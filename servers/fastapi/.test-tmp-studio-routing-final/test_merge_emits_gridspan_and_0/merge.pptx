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4375" y="952500"/>
          <a:ext cx="2857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50"/>
                <a:gridCol w="1428750"/>
              </a:tblGrid>
              <a:tr h="1428750">
                <a:tc gridSpan="2">
                  <a:txBody>
                    <a:bodyPr/>
                    <a:lstStyle/>
                    <a:p>
                      <a:r>
                        <a:t>Wide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42875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