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4375" y="952500"/>
          <a:ext cx="2857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/>
                <a:gridCol w="952500"/>
                <a:gridCol w="952500"/>
              </a:tblGrid>
              <a:tr h="952500">
                <a:tc rowSpan="2" gridSpan="2">
                  <a:txBody>
                    <a:bodyPr/>
                    <a:lstStyle/>
                    <a:p>
                      <a:r>
                        <a:t>Block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H3</a:t>
                      </a:r>
                    </a:p>
                  </a:txBody>
                  <a:tcPr/>
                </a:tc>
              </a:tr>
              <a:tr h="952500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