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dPt>
            <c:idx val="0"/>
            <c:spPr>
              <a:solidFill>
                <a:srgbClr val="E00600"/>
              </a:solidFill>
            </c:spPr>
          </c:dPt>
          <c:dPt>
            <c:idx val="1"/>
            <c:spPr>
              <a:solidFill>
                <a:srgbClr val="0B1F3A"/>
              </a:solidFill>
            </c:spPr>
          </c:dPt>
          <c:dPt>
            <c:idx val="2"/>
            <c:spPr>
              <a:solidFill>
                <a:srgbClr val="000000"/>
              </a:solidFill>
            </c:spPr>
          </c:dPt>
          <c:cat>
            <c:strRef>
              <c:f>Sheet1!$A$2:$A$4</c:f>
              <c:strCache>
                <c:ptCount val="3"/>
                <c:pt idx="0">
                  <c:v>OpenAI</c:v>
                </c:pt>
                <c:pt idx="1">
                  <c:v>Google</c:v>
                </c:pt>
                <c:pt idx="2">
                  <c:v>Anthropic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38.0</c:v>
                </c:pt>
                <c:pt idx="1">
                  <c:v>22.0</c:v>
                </c:pt>
                <c:pt idx="2">
                  <c:v>15.0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2857500" cy="2857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