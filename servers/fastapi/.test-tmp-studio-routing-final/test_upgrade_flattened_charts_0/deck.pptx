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14375" y="952500"/>
          <a:ext cx="2857500" cy="2857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