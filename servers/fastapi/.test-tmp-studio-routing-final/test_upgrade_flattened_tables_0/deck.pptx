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14375" y="952500"/>
          <a:ext cx="285750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8750"/>
                <a:gridCol w="1428750"/>
              </a:tblGrid>
              <a:tr h="142875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142875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