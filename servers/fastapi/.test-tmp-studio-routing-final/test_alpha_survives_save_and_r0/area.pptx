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35D0BA">
                <a:alpha val="28000"/>
              </a:srgbClr>
            </a:solidFill>
          </c:spPr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</c:v>
                </c:pt>
                <c:pt idx="1">
                  <c:v>2.0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  <c:spPr>
        <a:noFill/>
        <a:ln>
          <a:noFill/>
        </a:ln>
      </c:spPr>
    </c:plotArea>
    <c:plotVisOnly val="1"/>
    <c:dispBlanksAs val="zero"/>
    <c:showDLblsOverMax val="0"/>
  </c:chart>
  <c:spPr>
    <a:noFill/>
    <a:ln>
      <a:noFill/>
    </a:ln>
  </c:spPr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2857500" cy="28575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