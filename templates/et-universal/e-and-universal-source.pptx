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1"/>
  </p:notesMasterIdLst>
  <p:sldIdLst>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8288000" cy="10287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870B84-5F5D-5605-3433-6EBD1A318B28}" v="196" dt="2026-01-10T14:51:58.233"/>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191329"/>
        </a:fontRef>
        <a:srgbClr val="19132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3CACA"/>
          </a:solidFill>
        </a:fill>
      </a:tcStyle>
    </a:wholeTbl>
    <a:band2H>
      <a:tcTxStyle/>
      <a:tcStyle>
        <a:tcBdr/>
        <a:fill>
          <a:solidFill>
            <a:srgbClr val="F9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191329"/>
        </a:fontRef>
        <a:srgbClr val="19132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D4D4"/>
          </a:solidFill>
        </a:fill>
      </a:tcStyle>
    </a:wholeTbl>
    <a:band2H>
      <a:tcTxStyle/>
      <a:tcStyle>
        <a:tcBdr/>
        <a:fill>
          <a:solidFill>
            <a:srgbClr val="EBEBEB"/>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191329"/>
        </a:fontRef>
        <a:srgbClr val="19132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EDAD8"/>
          </a:solidFill>
        </a:fill>
      </a:tcStyle>
    </a:wholeTbl>
    <a:band2H>
      <a:tcTxStyle/>
      <a:tcStyle>
        <a:tcBdr/>
        <a:fill>
          <a:solidFill>
            <a:srgbClr val="F6ED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191329"/>
        </a:fontRef>
        <a:srgbClr val="191329"/>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6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191329"/>
        </a:fontRef>
        <a:srgbClr val="191329"/>
      </a:tcTxStyle>
      <a:tcStyle>
        <a:tcBdr>
          <a:left>
            <a:ln w="12700" cap="flat">
              <a:noFill/>
              <a:miter lim="400000"/>
            </a:ln>
          </a:left>
          <a:right>
            <a:ln w="12700" cap="flat">
              <a:noFill/>
              <a:miter lim="400000"/>
            </a:ln>
          </a:right>
          <a:top>
            <a:ln w="50800" cap="flat">
              <a:solidFill>
                <a:srgbClr val="191329"/>
              </a:solidFill>
              <a:prstDash val="solid"/>
              <a:round/>
            </a:ln>
          </a:top>
          <a:bottom>
            <a:ln w="25400" cap="flat">
              <a:solidFill>
                <a:srgbClr val="191329"/>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191329"/>
              </a:solidFill>
              <a:prstDash val="solid"/>
              <a:round/>
            </a:ln>
          </a:top>
          <a:bottom>
            <a:ln w="25400" cap="flat">
              <a:solidFill>
                <a:srgbClr val="191329"/>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191329"/>
        </a:fontRef>
        <a:srgbClr val="191329"/>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BCACB"/>
          </a:solidFill>
        </a:fill>
      </a:tcStyle>
    </a:wholeTbl>
    <a:band2H>
      <a:tcTxStyle/>
      <a:tcStyle>
        <a:tcBdr/>
        <a:fill>
          <a:solidFill>
            <a:srgbClr val="E7E6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91329"/>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91329"/>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191329"/>
          </a:solidFill>
        </a:fill>
      </a:tcStyle>
    </a:firstRow>
  </a:tblStyle>
  <a:tblStyle styleId="{2708684C-4D16-4618-839F-0558EEFCDFE6}" styleName="">
    <a:tblBg/>
    <a:wholeTbl>
      <a:tcTxStyle b="off" i="off">
        <a:fontRef idx="minor">
          <a:srgbClr val="191329"/>
        </a:fontRef>
        <a:srgbClr val="191329"/>
      </a:tcTxStyle>
      <a:tcStyle>
        <a:tcBdr>
          <a:left>
            <a:ln w="12700" cap="flat">
              <a:solidFill>
                <a:srgbClr val="191329"/>
              </a:solidFill>
              <a:prstDash val="solid"/>
              <a:round/>
            </a:ln>
          </a:left>
          <a:right>
            <a:ln w="12700" cap="flat">
              <a:solidFill>
                <a:srgbClr val="191329"/>
              </a:solidFill>
              <a:prstDash val="solid"/>
              <a:round/>
            </a:ln>
          </a:right>
          <a:top>
            <a:ln w="12700" cap="flat">
              <a:solidFill>
                <a:srgbClr val="191329"/>
              </a:solidFill>
              <a:prstDash val="solid"/>
              <a:round/>
            </a:ln>
          </a:top>
          <a:bottom>
            <a:ln w="12700" cap="flat">
              <a:solidFill>
                <a:srgbClr val="191329"/>
              </a:solidFill>
              <a:prstDash val="solid"/>
              <a:round/>
            </a:ln>
          </a:bottom>
          <a:insideH>
            <a:ln w="12700" cap="flat">
              <a:solidFill>
                <a:srgbClr val="191329"/>
              </a:solidFill>
              <a:prstDash val="solid"/>
              <a:round/>
            </a:ln>
          </a:insideH>
          <a:insideV>
            <a:ln w="12700" cap="flat">
              <a:solidFill>
                <a:srgbClr val="191329"/>
              </a:solidFill>
              <a:prstDash val="solid"/>
              <a:round/>
            </a:ln>
          </a:insideV>
        </a:tcBdr>
        <a:fill>
          <a:solidFill>
            <a:srgbClr val="191329">
              <a:alpha val="20000"/>
            </a:srgbClr>
          </a:solidFill>
        </a:fill>
      </a:tcStyle>
    </a:wholeTbl>
    <a:band2H>
      <a:tcTxStyle/>
      <a:tcStyle>
        <a:tcBdr/>
        <a:fill>
          <a:solidFill>
            <a:srgbClr val="FFFFFF"/>
          </a:solidFill>
        </a:fill>
      </a:tcStyle>
    </a:band2H>
    <a:firstCol>
      <a:tcTxStyle b="on" i="off">
        <a:fontRef idx="minor">
          <a:srgbClr val="191329"/>
        </a:fontRef>
        <a:srgbClr val="191329"/>
      </a:tcTxStyle>
      <a:tcStyle>
        <a:tcBdr>
          <a:left>
            <a:ln w="12700" cap="flat">
              <a:solidFill>
                <a:srgbClr val="191329"/>
              </a:solidFill>
              <a:prstDash val="solid"/>
              <a:round/>
            </a:ln>
          </a:left>
          <a:right>
            <a:ln w="12700" cap="flat">
              <a:solidFill>
                <a:srgbClr val="191329"/>
              </a:solidFill>
              <a:prstDash val="solid"/>
              <a:round/>
            </a:ln>
          </a:right>
          <a:top>
            <a:ln w="12700" cap="flat">
              <a:solidFill>
                <a:srgbClr val="191329"/>
              </a:solidFill>
              <a:prstDash val="solid"/>
              <a:round/>
            </a:ln>
          </a:top>
          <a:bottom>
            <a:ln w="12700" cap="flat">
              <a:solidFill>
                <a:srgbClr val="191329"/>
              </a:solidFill>
              <a:prstDash val="solid"/>
              <a:round/>
            </a:ln>
          </a:bottom>
          <a:insideH>
            <a:ln w="12700" cap="flat">
              <a:solidFill>
                <a:srgbClr val="191329"/>
              </a:solidFill>
              <a:prstDash val="solid"/>
              <a:round/>
            </a:ln>
          </a:insideH>
          <a:insideV>
            <a:ln w="12700" cap="flat">
              <a:solidFill>
                <a:srgbClr val="191329"/>
              </a:solidFill>
              <a:prstDash val="solid"/>
              <a:round/>
            </a:ln>
          </a:insideV>
        </a:tcBdr>
        <a:fill>
          <a:solidFill>
            <a:srgbClr val="191329">
              <a:alpha val="20000"/>
            </a:srgbClr>
          </a:solidFill>
        </a:fill>
      </a:tcStyle>
    </a:firstCol>
    <a:lastRow>
      <a:tcTxStyle b="on" i="off">
        <a:fontRef idx="minor">
          <a:srgbClr val="191329"/>
        </a:fontRef>
        <a:srgbClr val="191329"/>
      </a:tcTxStyle>
      <a:tcStyle>
        <a:tcBdr>
          <a:left>
            <a:ln w="12700" cap="flat">
              <a:solidFill>
                <a:srgbClr val="191329"/>
              </a:solidFill>
              <a:prstDash val="solid"/>
              <a:round/>
            </a:ln>
          </a:left>
          <a:right>
            <a:ln w="12700" cap="flat">
              <a:solidFill>
                <a:srgbClr val="191329"/>
              </a:solidFill>
              <a:prstDash val="solid"/>
              <a:round/>
            </a:ln>
          </a:right>
          <a:top>
            <a:ln w="50800" cap="flat">
              <a:solidFill>
                <a:srgbClr val="191329"/>
              </a:solidFill>
              <a:prstDash val="solid"/>
              <a:round/>
            </a:ln>
          </a:top>
          <a:bottom>
            <a:ln w="12700" cap="flat">
              <a:solidFill>
                <a:srgbClr val="191329"/>
              </a:solidFill>
              <a:prstDash val="solid"/>
              <a:round/>
            </a:ln>
          </a:bottom>
          <a:insideH>
            <a:ln w="12700" cap="flat">
              <a:solidFill>
                <a:srgbClr val="191329"/>
              </a:solidFill>
              <a:prstDash val="solid"/>
              <a:round/>
            </a:ln>
          </a:insideH>
          <a:insideV>
            <a:ln w="12700" cap="flat">
              <a:solidFill>
                <a:srgbClr val="191329"/>
              </a:solidFill>
              <a:prstDash val="solid"/>
              <a:round/>
            </a:ln>
          </a:insideV>
        </a:tcBdr>
        <a:fill>
          <a:noFill/>
        </a:fill>
      </a:tcStyle>
    </a:lastRow>
    <a:firstRow>
      <a:tcTxStyle b="on" i="off">
        <a:fontRef idx="minor">
          <a:srgbClr val="191329"/>
        </a:fontRef>
        <a:srgbClr val="191329"/>
      </a:tcTxStyle>
      <a:tcStyle>
        <a:tcBdr>
          <a:left>
            <a:ln w="12700" cap="flat">
              <a:solidFill>
                <a:srgbClr val="191329"/>
              </a:solidFill>
              <a:prstDash val="solid"/>
              <a:round/>
            </a:ln>
          </a:left>
          <a:right>
            <a:ln w="12700" cap="flat">
              <a:solidFill>
                <a:srgbClr val="191329"/>
              </a:solidFill>
              <a:prstDash val="solid"/>
              <a:round/>
            </a:ln>
          </a:right>
          <a:top>
            <a:ln w="12700" cap="flat">
              <a:solidFill>
                <a:srgbClr val="191329"/>
              </a:solidFill>
              <a:prstDash val="solid"/>
              <a:round/>
            </a:ln>
          </a:top>
          <a:bottom>
            <a:ln w="25400" cap="flat">
              <a:solidFill>
                <a:srgbClr val="191329"/>
              </a:solidFill>
              <a:prstDash val="solid"/>
              <a:round/>
            </a:ln>
          </a:bottom>
          <a:insideH>
            <a:ln w="12700" cap="flat">
              <a:solidFill>
                <a:srgbClr val="191329"/>
              </a:solidFill>
              <a:prstDash val="solid"/>
              <a:round/>
            </a:ln>
          </a:insideH>
          <a:insideV>
            <a:ln w="12700" cap="flat">
              <a:solidFill>
                <a:srgbClr val="191329"/>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8" d="100"/>
          <a:sy n="38" d="100"/>
        </p:scale>
        <p:origin x="296"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27" name="Shape 427"/>
          <p:cNvSpPr>
            <a:spLocks noGrp="1" noRot="1" noChangeAspect="1"/>
          </p:cNvSpPr>
          <p:nvPr>
            <p:ph type="sldImg"/>
          </p:nvPr>
        </p:nvSpPr>
        <p:spPr>
          <a:xfrm>
            <a:off x="1143000" y="685800"/>
            <a:ext cx="4572000" cy="3429000"/>
          </a:xfrm>
          <a:prstGeom prst="rect">
            <a:avLst/>
          </a:prstGeom>
        </p:spPr>
        <p:txBody>
          <a:bodyPr/>
          <a:lstStyle/>
          <a:p>
            <a:endParaRPr/>
          </a:p>
        </p:txBody>
      </p:sp>
      <p:sp>
        <p:nvSpPr>
          <p:cNvPr id="428" name="Shape 4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Arial"/>
      </a:defRPr>
    </a:lvl1pPr>
    <a:lvl2pPr indent="228600" latinLnBrk="0">
      <a:defRPr sz="1200">
        <a:latin typeface="+mn-lt"/>
        <a:ea typeface="+mn-ea"/>
        <a:cs typeface="+mn-cs"/>
        <a:sym typeface="Arial"/>
      </a:defRPr>
    </a:lvl2pPr>
    <a:lvl3pPr indent="457200" latinLnBrk="0">
      <a:defRPr sz="1200">
        <a:latin typeface="+mn-lt"/>
        <a:ea typeface="+mn-ea"/>
        <a:cs typeface="+mn-cs"/>
        <a:sym typeface="Arial"/>
      </a:defRPr>
    </a:lvl3pPr>
    <a:lvl4pPr indent="685800" latinLnBrk="0">
      <a:defRPr sz="1200">
        <a:latin typeface="+mn-lt"/>
        <a:ea typeface="+mn-ea"/>
        <a:cs typeface="+mn-cs"/>
        <a:sym typeface="Arial"/>
      </a:defRPr>
    </a:lvl4pPr>
    <a:lvl5pPr indent="914400" latinLnBrk="0">
      <a:defRPr sz="1200">
        <a:latin typeface="+mn-lt"/>
        <a:ea typeface="+mn-ea"/>
        <a:cs typeface="+mn-cs"/>
        <a:sym typeface="Arial"/>
      </a:defRPr>
    </a:lvl5pPr>
    <a:lvl6pPr indent="1143000" latinLnBrk="0">
      <a:defRPr sz="1200">
        <a:latin typeface="+mn-lt"/>
        <a:ea typeface="+mn-ea"/>
        <a:cs typeface="+mn-cs"/>
        <a:sym typeface="Arial"/>
      </a:defRPr>
    </a:lvl6pPr>
    <a:lvl7pPr indent="1371600" latinLnBrk="0">
      <a:defRPr sz="1200">
        <a:latin typeface="+mn-lt"/>
        <a:ea typeface="+mn-ea"/>
        <a:cs typeface="+mn-cs"/>
        <a:sym typeface="Arial"/>
      </a:defRPr>
    </a:lvl7pPr>
    <a:lvl8pPr indent="1600200" latinLnBrk="0">
      <a:defRPr sz="1200">
        <a:latin typeface="+mn-lt"/>
        <a:ea typeface="+mn-ea"/>
        <a:cs typeface="+mn-cs"/>
        <a:sym typeface="Arial"/>
      </a:defRPr>
    </a:lvl8pPr>
    <a:lvl9pPr indent="1828800" latinLnBrk="0">
      <a:defRPr sz="12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W/ Super – White">
    <p:spTree>
      <p:nvGrpSpPr>
        <p:cNvPr id="1" name=""/>
        <p:cNvGrpSpPr/>
        <p:nvPr/>
      </p:nvGrpSpPr>
      <p:grpSpPr>
        <a:xfrm>
          <a:off x="0" y="0"/>
          <a:ext cx="0" cy="0"/>
          <a:chOff x="0" y="0"/>
          <a:chExt cx="0" cy="0"/>
        </a:xfrm>
      </p:grpSpPr>
      <p:pic>
        <p:nvPicPr>
          <p:cNvPr id="11" name="Picture 4" descr="Picture 4"/>
          <p:cNvPicPr>
            <a:picLocks noChangeAspect="1"/>
          </p:cNvPicPr>
          <p:nvPr/>
        </p:nvPicPr>
        <p:blipFill>
          <a:blip r:embed="rId2"/>
          <a:stretch>
            <a:fillRect/>
          </a:stretch>
        </p:blipFill>
        <p:spPr>
          <a:xfrm>
            <a:off x="0" y="0"/>
            <a:ext cx="18288000" cy="10287001"/>
          </a:xfrm>
          <a:prstGeom prst="rect">
            <a:avLst/>
          </a:prstGeom>
          <a:ln w="12700">
            <a:miter lim="400000"/>
          </a:ln>
        </p:spPr>
      </p:pic>
      <p:sp>
        <p:nvSpPr>
          <p:cNvPr id="12" name="Body Level One…"/>
          <p:cNvSpPr txBox="1">
            <a:spLocks noGrp="1"/>
          </p:cNvSpPr>
          <p:nvPr>
            <p:ph type="body" sz="quarter" idx="1" hasCustomPrompt="1"/>
          </p:nvPr>
        </p:nvSpPr>
        <p:spPr>
          <a:xfrm>
            <a:off x="13093700" y="4978908"/>
            <a:ext cx="4151313" cy="489205"/>
          </a:xfrm>
          <a:prstGeom prst="rect">
            <a:avLst/>
          </a:prstGeom>
        </p:spPr>
        <p:txBody>
          <a:bodyPr>
            <a:normAutofit/>
          </a:bodyPr>
          <a:lstStyle>
            <a:lvl1pPr marL="0" indent="0">
              <a:spcBef>
                <a:spcPts val="600"/>
              </a:spcBef>
              <a:buSzTx/>
              <a:buFontTx/>
              <a:buNone/>
              <a:defRPr sz="2500" b="1">
                <a:solidFill>
                  <a:srgbClr val="E00600"/>
                </a:solidFill>
              </a:defRPr>
            </a:lvl1pPr>
            <a:lvl2pPr marL="742950" indent="-285750">
              <a:spcBef>
                <a:spcPts val="600"/>
              </a:spcBef>
              <a:buFontTx/>
              <a:defRPr sz="2500" b="1">
                <a:solidFill>
                  <a:srgbClr val="E00600"/>
                </a:solidFill>
              </a:defRPr>
            </a:lvl2pPr>
            <a:lvl3pPr marL="1143000" indent="-228600">
              <a:spcBef>
                <a:spcPts val="600"/>
              </a:spcBef>
              <a:buFontTx/>
              <a:defRPr sz="2500" b="1">
                <a:solidFill>
                  <a:srgbClr val="E00600"/>
                </a:solidFill>
              </a:defRPr>
            </a:lvl3pPr>
            <a:lvl4pPr marL="1600200" indent="-228600">
              <a:spcBef>
                <a:spcPts val="600"/>
              </a:spcBef>
              <a:buFontTx/>
              <a:defRPr sz="2500" b="1">
                <a:solidFill>
                  <a:srgbClr val="E00600"/>
                </a:solidFill>
              </a:defRPr>
            </a:lvl4pPr>
            <a:lvl5pPr marL="2057400" indent="-228600">
              <a:spcBef>
                <a:spcPts val="600"/>
              </a:spcBef>
              <a:buFontTx/>
              <a:defRPr sz="2500" b="1">
                <a:solidFill>
                  <a:srgbClr val="E00600"/>
                </a:solidFill>
              </a:defRPr>
            </a:lvl5pPr>
          </a:lstStyle>
          <a:p>
            <a:r>
              <a:t>Presentation Title</a:t>
            </a:r>
          </a:p>
          <a:p>
            <a:pPr lvl="1"/>
            <a:endParaRPr/>
          </a:p>
          <a:p>
            <a:pPr lvl="2"/>
            <a:endParaRPr/>
          </a:p>
          <a:p>
            <a:pPr lvl="3"/>
            <a:endParaRPr/>
          </a:p>
          <a:p>
            <a:pPr lvl="4"/>
            <a:endParaRPr/>
          </a:p>
        </p:txBody>
      </p:sp>
      <p:sp>
        <p:nvSpPr>
          <p:cNvPr id="13" name="Text Placeholder 10"/>
          <p:cNvSpPr>
            <a:spLocks noGrp="1"/>
          </p:cNvSpPr>
          <p:nvPr>
            <p:ph type="body" sz="quarter" idx="21" hasCustomPrompt="1"/>
          </p:nvPr>
        </p:nvSpPr>
        <p:spPr>
          <a:xfrm>
            <a:off x="13093700" y="5491160"/>
            <a:ext cx="4151313" cy="1093518"/>
          </a:xfrm>
          <a:prstGeom prst="rect">
            <a:avLst/>
          </a:prstGeom>
        </p:spPr>
        <p:txBody>
          <a:bodyPr>
            <a:normAutofit/>
          </a:bodyPr>
          <a:lstStyle>
            <a:lvl1pPr marL="0" indent="0">
              <a:spcBef>
                <a:spcPts val="600"/>
              </a:spcBef>
              <a:buSzTx/>
              <a:buFontTx/>
              <a:buNone/>
              <a:defRPr sz="2500">
                <a:solidFill>
                  <a:srgbClr val="E00600"/>
                </a:solidFill>
              </a:defRPr>
            </a:lvl1pPr>
          </a:lstStyle>
          <a:p>
            <a:r>
              <a:t>Presentation Subhead
05 April 2024</a:t>
            </a:r>
          </a:p>
        </p:txBody>
      </p:sp>
      <p:sp>
        <p:nvSpPr>
          <p:cNvPr id="14" name="TextBox 20"/>
          <p:cNvSpPr txBox="1"/>
          <p:nvPr/>
        </p:nvSpPr>
        <p:spPr>
          <a:xfrm>
            <a:off x="13208570" y="4678991"/>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6">
                <a:solidFill>
                  <a:srgbClr val="71716F"/>
                </a:solidFill>
              </a:defRPr>
            </a:lvl1pPr>
          </a:lstStyle>
          <a:p>
            <a:r>
              <a:t>Proprietary &amp; Confidential</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le Slide W/ Super – Red &amp; Burgundy">
    <p:bg>
      <p:bgPr>
        <a:solidFill>
          <a:srgbClr val="E00600"/>
        </a:solidFill>
        <a:effectLst/>
      </p:bgPr>
    </p:bg>
    <p:spTree>
      <p:nvGrpSpPr>
        <p:cNvPr id="1" name=""/>
        <p:cNvGrpSpPr/>
        <p:nvPr/>
      </p:nvGrpSpPr>
      <p:grpSpPr>
        <a:xfrm>
          <a:off x="0" y="0"/>
          <a:ext cx="0" cy="0"/>
          <a:chOff x="0" y="0"/>
          <a:chExt cx="0" cy="0"/>
        </a:xfrm>
      </p:grpSpPr>
      <p:pic>
        <p:nvPicPr>
          <p:cNvPr id="2" name="Picture 3" descr="Picture 3">
            <a:extLst>
              <a:ext uri="{FF2B5EF4-FFF2-40B4-BE49-F238E27FC236}">
                <a16:creationId xmlns:a16="http://schemas.microsoft.com/office/drawing/2014/main" id="{A0FF5C7D-90A9-52CA-75CE-BD18EC84867F}"/>
              </a:ext>
            </a:extLst>
          </p:cNvPr>
          <p:cNvPicPr>
            <a:picLocks noChangeAspect="1"/>
          </p:cNvPicPr>
          <p:nvPr userDrawn="1"/>
        </p:nvPicPr>
        <p:blipFill>
          <a:blip r:embed="rId2">
            <a:lum bright="70000" contrast="-70000"/>
            <a:extLst>
              <a:ext uri="{BEBA8EAE-BF5A-486C-A8C5-ECC9F3942E4B}">
                <a14:imgProps xmlns:a14="http://schemas.microsoft.com/office/drawing/2010/main">
                  <a14:imgLayer r:embed="rId3">
                    <a14:imgEffect>
                      <a14:colorTemperature colorTemp="1500"/>
                    </a14:imgEffect>
                    <a14:imgEffect>
                      <a14:saturation sat="0"/>
                    </a14:imgEffect>
                  </a14:imgLayer>
                </a14:imgProps>
              </a:ext>
            </a:extLst>
          </a:blip>
          <a:srcRect l="3" r="3"/>
          <a:stretch>
            <a:fillRect/>
          </a:stretch>
        </p:blipFill>
        <p:spPr>
          <a:xfrm>
            <a:off x="475" y="-1"/>
            <a:ext cx="18287050" cy="10287001"/>
          </a:xfrm>
          <a:prstGeom prst="rect">
            <a:avLst/>
          </a:prstGeom>
          <a:ln w="12700">
            <a:miter lim="400000"/>
          </a:ln>
        </p:spPr>
      </p:pic>
      <p:sp>
        <p:nvSpPr>
          <p:cNvPr id="23" name="Body Level One…"/>
          <p:cNvSpPr txBox="1">
            <a:spLocks noGrp="1"/>
          </p:cNvSpPr>
          <p:nvPr>
            <p:ph type="body" sz="quarter" idx="1" hasCustomPrompt="1"/>
          </p:nvPr>
        </p:nvSpPr>
        <p:spPr>
          <a:xfrm>
            <a:off x="13093700" y="4978908"/>
            <a:ext cx="4151313" cy="489205"/>
          </a:xfrm>
          <a:prstGeom prst="rect">
            <a:avLst/>
          </a:prstGeom>
        </p:spPr>
        <p:txBody>
          <a:bodyPr>
            <a:normAutofit/>
          </a:bodyPr>
          <a:lstStyle>
            <a:lvl1pPr marL="0" indent="0">
              <a:spcBef>
                <a:spcPts val="600"/>
              </a:spcBef>
              <a:buSzTx/>
              <a:buFontTx/>
              <a:buNone/>
              <a:defRPr sz="2500" b="1">
                <a:solidFill>
                  <a:srgbClr val="FFFFFF"/>
                </a:solidFill>
              </a:defRPr>
            </a:lvl1pPr>
            <a:lvl2pPr marL="742950" indent="-285750">
              <a:spcBef>
                <a:spcPts val="600"/>
              </a:spcBef>
              <a:buFontTx/>
              <a:defRPr sz="2500" b="1">
                <a:solidFill>
                  <a:srgbClr val="FFFFFF"/>
                </a:solidFill>
              </a:defRPr>
            </a:lvl2pPr>
            <a:lvl3pPr marL="1143000" indent="-228600">
              <a:spcBef>
                <a:spcPts val="600"/>
              </a:spcBef>
              <a:buFontTx/>
              <a:defRPr sz="2500" b="1">
                <a:solidFill>
                  <a:srgbClr val="FFFFFF"/>
                </a:solidFill>
              </a:defRPr>
            </a:lvl3pPr>
            <a:lvl4pPr marL="1600200" indent="-228600">
              <a:spcBef>
                <a:spcPts val="600"/>
              </a:spcBef>
              <a:buFontTx/>
              <a:defRPr sz="2500" b="1">
                <a:solidFill>
                  <a:srgbClr val="FFFFFF"/>
                </a:solidFill>
              </a:defRPr>
            </a:lvl4pPr>
            <a:lvl5pPr marL="2057400" indent="-228600">
              <a:spcBef>
                <a:spcPts val="600"/>
              </a:spcBef>
              <a:buFontTx/>
              <a:defRPr sz="2500" b="1">
                <a:solidFill>
                  <a:srgbClr val="FFFFFF"/>
                </a:solidFill>
              </a:defRPr>
            </a:lvl5pPr>
          </a:lstStyle>
          <a:p>
            <a:r>
              <a:t>Presentation Title</a:t>
            </a:r>
          </a:p>
          <a:p>
            <a:pPr lvl="1"/>
            <a:endParaRPr/>
          </a:p>
          <a:p>
            <a:pPr lvl="2"/>
            <a:endParaRPr/>
          </a:p>
          <a:p>
            <a:pPr lvl="3"/>
            <a:endParaRPr/>
          </a:p>
          <a:p>
            <a:pPr lvl="4"/>
            <a:endParaRPr/>
          </a:p>
        </p:txBody>
      </p:sp>
      <p:sp>
        <p:nvSpPr>
          <p:cNvPr id="24" name="Text Placeholder 10"/>
          <p:cNvSpPr>
            <a:spLocks noGrp="1"/>
          </p:cNvSpPr>
          <p:nvPr>
            <p:ph type="body" sz="quarter" idx="21" hasCustomPrompt="1"/>
          </p:nvPr>
        </p:nvSpPr>
        <p:spPr>
          <a:xfrm>
            <a:off x="13093700" y="5491160"/>
            <a:ext cx="4151313" cy="1093518"/>
          </a:xfrm>
          <a:prstGeom prst="rect">
            <a:avLst/>
          </a:prstGeom>
        </p:spPr>
        <p:txBody>
          <a:bodyPr>
            <a:normAutofit/>
          </a:bodyPr>
          <a:lstStyle>
            <a:lvl1pPr marL="0" indent="0">
              <a:spcBef>
                <a:spcPts val="600"/>
              </a:spcBef>
              <a:buSzTx/>
              <a:buFontTx/>
              <a:buNone/>
              <a:defRPr sz="2500">
                <a:solidFill>
                  <a:srgbClr val="FFFFFF"/>
                </a:solidFill>
              </a:defRPr>
            </a:lvl1pPr>
          </a:lstStyle>
          <a:p>
            <a:r>
              <a:t>Presentation Subhead
05 April 2024</a:t>
            </a:r>
          </a:p>
        </p:txBody>
      </p:sp>
      <p:sp>
        <p:nvSpPr>
          <p:cNvPr id="25" name="TextBox 20"/>
          <p:cNvSpPr txBox="1"/>
          <p:nvPr/>
        </p:nvSpPr>
        <p:spPr>
          <a:xfrm>
            <a:off x="13208570" y="4678991"/>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6">
                <a:solidFill>
                  <a:srgbClr val="4D0F24"/>
                </a:solidFill>
              </a:defRPr>
            </a:lvl1pPr>
          </a:lstStyle>
          <a:p>
            <a:r>
              <a:t>Proprietary &amp; Confidential</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Slide W/ Super – Midnight">
    <p:bg>
      <p:bgPr>
        <a:solidFill>
          <a:schemeClr val="accent2"/>
        </a:solidFill>
        <a:effectLst/>
      </p:bgPr>
    </p:bg>
    <p:spTree>
      <p:nvGrpSpPr>
        <p:cNvPr id="1" name=""/>
        <p:cNvGrpSpPr/>
        <p:nvPr/>
      </p:nvGrpSpPr>
      <p:grpSpPr>
        <a:xfrm>
          <a:off x="0" y="0"/>
          <a:ext cx="0" cy="0"/>
          <a:chOff x="0" y="0"/>
          <a:chExt cx="0" cy="0"/>
        </a:xfrm>
      </p:grpSpPr>
      <p:pic>
        <p:nvPicPr>
          <p:cNvPr id="33" name="Picture 4" descr="Picture 4"/>
          <p:cNvPicPr>
            <a:picLocks noChangeAspect="1"/>
          </p:cNvPicPr>
          <p:nvPr/>
        </p:nvPicPr>
        <p:blipFill>
          <a:blip r:embed="rId2"/>
          <a:stretch>
            <a:fillRect/>
          </a:stretch>
        </p:blipFill>
        <p:spPr>
          <a:xfrm>
            <a:off x="0" y="-1"/>
            <a:ext cx="18288000" cy="10287001"/>
          </a:xfrm>
          <a:prstGeom prst="rect">
            <a:avLst/>
          </a:prstGeom>
          <a:ln w="12700">
            <a:miter lim="400000"/>
          </a:ln>
        </p:spPr>
      </p:pic>
      <p:sp>
        <p:nvSpPr>
          <p:cNvPr id="34" name="Body Level One…"/>
          <p:cNvSpPr txBox="1">
            <a:spLocks noGrp="1"/>
          </p:cNvSpPr>
          <p:nvPr>
            <p:ph type="body" sz="quarter" idx="1" hasCustomPrompt="1"/>
          </p:nvPr>
        </p:nvSpPr>
        <p:spPr>
          <a:xfrm>
            <a:off x="13093700" y="4978908"/>
            <a:ext cx="4151313" cy="489205"/>
          </a:xfrm>
          <a:prstGeom prst="rect">
            <a:avLst/>
          </a:prstGeom>
        </p:spPr>
        <p:txBody>
          <a:bodyPr>
            <a:normAutofit/>
          </a:bodyPr>
          <a:lstStyle>
            <a:lvl1pPr marL="0" indent="0">
              <a:spcBef>
                <a:spcPts val="600"/>
              </a:spcBef>
              <a:buSzTx/>
              <a:buFontTx/>
              <a:buNone/>
              <a:defRPr sz="2500" b="1">
                <a:solidFill>
                  <a:srgbClr val="FFFFFF"/>
                </a:solidFill>
              </a:defRPr>
            </a:lvl1pPr>
            <a:lvl2pPr marL="742950" indent="-285750">
              <a:spcBef>
                <a:spcPts val="600"/>
              </a:spcBef>
              <a:buFontTx/>
              <a:defRPr sz="2500" b="1">
                <a:solidFill>
                  <a:srgbClr val="FFFFFF"/>
                </a:solidFill>
              </a:defRPr>
            </a:lvl2pPr>
            <a:lvl3pPr marL="1143000" indent="-228600">
              <a:spcBef>
                <a:spcPts val="600"/>
              </a:spcBef>
              <a:buFontTx/>
              <a:defRPr sz="2500" b="1">
                <a:solidFill>
                  <a:srgbClr val="FFFFFF"/>
                </a:solidFill>
              </a:defRPr>
            </a:lvl3pPr>
            <a:lvl4pPr marL="1600200" indent="-228600">
              <a:spcBef>
                <a:spcPts val="600"/>
              </a:spcBef>
              <a:buFontTx/>
              <a:defRPr sz="2500" b="1">
                <a:solidFill>
                  <a:srgbClr val="FFFFFF"/>
                </a:solidFill>
              </a:defRPr>
            </a:lvl4pPr>
            <a:lvl5pPr marL="2057400" indent="-228600">
              <a:spcBef>
                <a:spcPts val="600"/>
              </a:spcBef>
              <a:buFontTx/>
              <a:defRPr sz="2500" b="1">
                <a:solidFill>
                  <a:srgbClr val="FFFFFF"/>
                </a:solidFill>
              </a:defRPr>
            </a:lvl5pPr>
          </a:lstStyle>
          <a:p>
            <a:r>
              <a:t>Presentation Title</a:t>
            </a:r>
          </a:p>
          <a:p>
            <a:pPr lvl="1"/>
            <a:endParaRPr/>
          </a:p>
          <a:p>
            <a:pPr lvl="2"/>
            <a:endParaRPr/>
          </a:p>
          <a:p>
            <a:pPr lvl="3"/>
            <a:endParaRPr/>
          </a:p>
          <a:p>
            <a:pPr lvl="4"/>
            <a:endParaRPr/>
          </a:p>
        </p:txBody>
      </p:sp>
      <p:sp>
        <p:nvSpPr>
          <p:cNvPr id="35" name="Text Placeholder 10"/>
          <p:cNvSpPr>
            <a:spLocks noGrp="1"/>
          </p:cNvSpPr>
          <p:nvPr>
            <p:ph type="body" sz="quarter" idx="21" hasCustomPrompt="1"/>
          </p:nvPr>
        </p:nvSpPr>
        <p:spPr>
          <a:xfrm>
            <a:off x="13093700" y="5491160"/>
            <a:ext cx="4151313" cy="1093518"/>
          </a:xfrm>
          <a:prstGeom prst="rect">
            <a:avLst/>
          </a:prstGeom>
        </p:spPr>
        <p:txBody>
          <a:bodyPr>
            <a:normAutofit/>
          </a:bodyPr>
          <a:lstStyle>
            <a:lvl1pPr marL="0" indent="0">
              <a:spcBef>
                <a:spcPts val="600"/>
              </a:spcBef>
              <a:buSzTx/>
              <a:buFontTx/>
              <a:buNone/>
              <a:defRPr sz="2500">
                <a:solidFill>
                  <a:srgbClr val="FFFFFF"/>
                </a:solidFill>
              </a:defRPr>
            </a:lvl1pPr>
          </a:lstStyle>
          <a:p>
            <a:r>
              <a:t>Presentation Subhead
05 April 2024</a:t>
            </a:r>
          </a:p>
        </p:txBody>
      </p:sp>
      <p:sp>
        <p:nvSpPr>
          <p:cNvPr id="36" name="TextBox 20"/>
          <p:cNvSpPr txBox="1"/>
          <p:nvPr/>
        </p:nvSpPr>
        <p:spPr>
          <a:xfrm>
            <a:off x="13208570" y="4678991"/>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6">
                <a:solidFill>
                  <a:srgbClr val="71716F"/>
                </a:solidFill>
              </a:defRPr>
            </a:lvl1pPr>
          </a:lstStyle>
          <a:p>
            <a:r>
              <a:t>Proprietary &amp; Confidential</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Slide W/ Large Header – White">
    <p:spTree>
      <p:nvGrpSpPr>
        <p:cNvPr id="1" name=""/>
        <p:cNvGrpSpPr/>
        <p:nvPr/>
      </p:nvGrpSpPr>
      <p:grpSpPr>
        <a:xfrm>
          <a:off x="0" y="0"/>
          <a:ext cx="0" cy="0"/>
          <a:chOff x="0" y="0"/>
          <a:chExt cx="0" cy="0"/>
        </a:xfrm>
      </p:grpSpPr>
      <p:sp>
        <p:nvSpPr>
          <p:cNvPr id="44" name="Freeform 16"/>
          <p:cNvSpPr/>
          <p:nvPr/>
        </p:nvSpPr>
        <p:spPr>
          <a:xfrm>
            <a:off x="2446127" y="8629650"/>
            <a:ext cx="15854361" cy="800100"/>
          </a:xfrm>
          <a:prstGeom prst="rect">
            <a:avLst/>
          </a:prstGeom>
          <a:blipFill>
            <a:blip r:embed="rId2"/>
            <a:stretch>
              <a:fillRect/>
            </a:stretch>
          </a:blipFill>
          <a:ln w="12700">
            <a:miter lim="400000"/>
          </a:ln>
        </p:spPr>
        <p:txBody>
          <a:bodyPr lIns="45719" rIns="45719"/>
          <a:lstStyle/>
          <a:p>
            <a:endParaRPr/>
          </a:p>
        </p:txBody>
      </p:sp>
      <p:sp>
        <p:nvSpPr>
          <p:cNvPr id="45" name="Body Level One…"/>
          <p:cNvSpPr txBox="1">
            <a:spLocks noGrp="1"/>
          </p:cNvSpPr>
          <p:nvPr>
            <p:ph type="body" sz="quarter" idx="1" hasCustomPrompt="1"/>
          </p:nvPr>
        </p:nvSpPr>
        <p:spPr>
          <a:xfrm>
            <a:off x="370934" y="3531837"/>
            <a:ext cx="4151314" cy="746887"/>
          </a:xfrm>
          <a:prstGeom prst="rect">
            <a:avLst/>
          </a:prstGeom>
        </p:spPr>
        <p:txBody>
          <a:bodyPr>
            <a:normAutofit/>
          </a:bodyPr>
          <a:lstStyle>
            <a:lvl1pPr marL="0" indent="0">
              <a:spcBef>
                <a:spcPts val="600"/>
              </a:spcBef>
              <a:buSzTx/>
              <a:buFontTx/>
              <a:buNone/>
              <a:defRPr sz="2500"/>
            </a:lvl1pPr>
            <a:lvl2pPr marL="712333" indent="-255133">
              <a:spcBef>
                <a:spcPts val="600"/>
              </a:spcBef>
              <a:buFontTx/>
              <a:defRPr sz="2500"/>
            </a:lvl2pPr>
            <a:lvl3pPr marL="1152525" indent="-238125">
              <a:spcBef>
                <a:spcPts val="600"/>
              </a:spcBef>
              <a:buFontTx/>
              <a:defRPr sz="2500"/>
            </a:lvl3pPr>
            <a:lvl4pPr marL="1657350" indent="-285750">
              <a:spcBef>
                <a:spcPts val="600"/>
              </a:spcBef>
              <a:buFontTx/>
              <a:defRPr sz="2500"/>
            </a:lvl4pPr>
            <a:lvl5pPr marL="2114550" indent="-285750">
              <a:spcBef>
                <a:spcPts val="600"/>
              </a:spcBef>
              <a:buFontTx/>
              <a:defRPr sz="2500"/>
            </a:lvl5pPr>
          </a:lstStyle>
          <a:p>
            <a:r>
              <a:t>05 April 2024</a:t>
            </a:r>
          </a:p>
          <a:p>
            <a:pPr lvl="1"/>
            <a:endParaRPr/>
          </a:p>
          <a:p>
            <a:pPr lvl="2"/>
            <a:endParaRPr/>
          </a:p>
          <a:p>
            <a:pPr lvl="3"/>
            <a:endParaRPr/>
          </a:p>
          <a:p>
            <a:pPr lvl="4"/>
            <a:endParaRPr/>
          </a:p>
        </p:txBody>
      </p:sp>
      <p:sp>
        <p:nvSpPr>
          <p:cNvPr id="46" name="TextBox 20"/>
          <p:cNvSpPr txBox="1"/>
          <p:nvPr/>
        </p:nvSpPr>
        <p:spPr>
          <a:xfrm>
            <a:off x="15372421" y="9688556"/>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1500"/>
              </a:lnSpc>
              <a:defRPr sz="1100" spc="6">
                <a:solidFill>
                  <a:srgbClr val="9C9C99"/>
                </a:solidFill>
              </a:defRPr>
            </a:lvl1pPr>
          </a:lstStyle>
          <a:p>
            <a:r>
              <a:t>Proprietary &amp; Confidential</a:t>
            </a:r>
          </a:p>
        </p:txBody>
      </p:sp>
      <p:sp>
        <p:nvSpPr>
          <p:cNvPr id="47" name="Text Placeholder 2"/>
          <p:cNvSpPr>
            <a:spLocks noGrp="1"/>
          </p:cNvSpPr>
          <p:nvPr>
            <p:ph type="body" sz="quarter" idx="21" hasCustomPrompt="1"/>
          </p:nvPr>
        </p:nvSpPr>
        <p:spPr>
          <a:xfrm>
            <a:off x="287079" y="44941"/>
            <a:ext cx="16065795" cy="1783859"/>
          </a:xfrm>
          <a:prstGeom prst="rect">
            <a:avLst/>
          </a:prstGeom>
        </p:spPr>
        <p:txBody>
          <a:bodyPr>
            <a:normAutofit/>
          </a:bodyPr>
          <a:lstStyle>
            <a:lvl1pPr marL="0" indent="0" defTabSz="905255">
              <a:spcBef>
                <a:spcPts val="2800"/>
              </a:spcBef>
              <a:buSzTx/>
              <a:buFontTx/>
              <a:buNone/>
              <a:defRPr sz="11880" b="1">
                <a:solidFill>
                  <a:srgbClr val="E00600"/>
                </a:solidFill>
              </a:defRPr>
            </a:lvl1pPr>
          </a:lstStyle>
          <a:p>
            <a:r>
              <a:t>Presentation heading</a:t>
            </a:r>
          </a:p>
        </p:txBody>
      </p:sp>
      <p:sp>
        <p:nvSpPr>
          <p:cNvPr id="48" name="Text Placeholder 2"/>
          <p:cNvSpPr>
            <a:spLocks noGrp="1"/>
          </p:cNvSpPr>
          <p:nvPr>
            <p:ph type="body" sz="quarter" idx="22" hasCustomPrompt="1"/>
          </p:nvPr>
        </p:nvSpPr>
        <p:spPr>
          <a:xfrm>
            <a:off x="290623" y="1685899"/>
            <a:ext cx="16065795" cy="1780317"/>
          </a:xfrm>
          <a:prstGeom prst="rect">
            <a:avLst/>
          </a:prstGeom>
        </p:spPr>
        <p:txBody>
          <a:bodyPr>
            <a:normAutofit/>
          </a:bodyPr>
          <a:lstStyle>
            <a:lvl1pPr marL="0" indent="0" defTabSz="905255">
              <a:spcBef>
                <a:spcPts val="2800"/>
              </a:spcBef>
              <a:buSzTx/>
              <a:buFontTx/>
              <a:buNone/>
              <a:defRPr sz="11880">
                <a:solidFill>
                  <a:srgbClr val="E00600"/>
                </a:solidFill>
              </a:defRPr>
            </a:lvl1pPr>
          </a:lstStyle>
          <a:p>
            <a:r>
              <a:t>Presentation subhead</a:t>
            </a:r>
          </a:p>
        </p:txBody>
      </p:sp>
      <p:pic>
        <p:nvPicPr>
          <p:cNvPr id="49" name="Picture 25" descr="Picture 25"/>
          <p:cNvPicPr>
            <a:picLocks noChangeAspect="1"/>
          </p:cNvPicPr>
          <p:nvPr/>
        </p:nvPicPr>
        <p:blipFill>
          <a:blip r:embed="rId3"/>
          <a:stretch>
            <a:fillRect/>
          </a:stretch>
        </p:blipFill>
        <p:spPr>
          <a:xfrm>
            <a:off x="466723" y="8334375"/>
            <a:ext cx="1618532" cy="1504950"/>
          </a:xfrm>
          <a:prstGeom prst="rect">
            <a:avLst/>
          </a:prstGeom>
          <a:ln w="12700">
            <a:miter lim="400000"/>
          </a:ln>
        </p:spPr>
      </p:pic>
      <p:sp>
        <p:nvSpPr>
          <p:cNvPr id="5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Slide W/ Large Header – Red">
    <p:bg>
      <p:bgPr>
        <a:solidFill>
          <a:srgbClr val="E00600"/>
        </a:solidFill>
        <a:effectLst/>
      </p:bgPr>
    </p:bg>
    <p:spTree>
      <p:nvGrpSpPr>
        <p:cNvPr id="1" name=""/>
        <p:cNvGrpSpPr/>
        <p:nvPr/>
      </p:nvGrpSpPr>
      <p:grpSpPr>
        <a:xfrm>
          <a:off x="0" y="0"/>
          <a:ext cx="0" cy="0"/>
          <a:chOff x="0" y="0"/>
          <a:chExt cx="0" cy="0"/>
        </a:xfrm>
      </p:grpSpPr>
      <p:sp>
        <p:nvSpPr>
          <p:cNvPr id="57" name="Body Level One…"/>
          <p:cNvSpPr txBox="1">
            <a:spLocks noGrp="1"/>
          </p:cNvSpPr>
          <p:nvPr>
            <p:ph type="body" sz="quarter" idx="1" hasCustomPrompt="1"/>
          </p:nvPr>
        </p:nvSpPr>
        <p:spPr>
          <a:xfrm>
            <a:off x="392199" y="3531837"/>
            <a:ext cx="4151314" cy="746887"/>
          </a:xfrm>
          <a:prstGeom prst="rect">
            <a:avLst/>
          </a:prstGeom>
        </p:spPr>
        <p:txBody>
          <a:bodyPr>
            <a:normAutofit/>
          </a:bodyPr>
          <a:lstStyle>
            <a:lvl1pPr marL="0" indent="0">
              <a:spcBef>
                <a:spcPts val="600"/>
              </a:spcBef>
              <a:buSzTx/>
              <a:buFontTx/>
              <a:buNone/>
              <a:defRPr sz="2500"/>
            </a:lvl1pPr>
            <a:lvl2pPr marL="712333" indent="-255133">
              <a:spcBef>
                <a:spcPts val="600"/>
              </a:spcBef>
              <a:buFontTx/>
              <a:defRPr sz="2500"/>
            </a:lvl2pPr>
            <a:lvl3pPr marL="1152525" indent="-238125">
              <a:spcBef>
                <a:spcPts val="600"/>
              </a:spcBef>
              <a:buFontTx/>
              <a:defRPr sz="2500"/>
            </a:lvl3pPr>
            <a:lvl4pPr marL="1657350" indent="-285750">
              <a:spcBef>
                <a:spcPts val="600"/>
              </a:spcBef>
              <a:buFontTx/>
              <a:defRPr sz="2500"/>
            </a:lvl4pPr>
            <a:lvl5pPr marL="2114550" indent="-285750">
              <a:spcBef>
                <a:spcPts val="600"/>
              </a:spcBef>
              <a:buFontTx/>
              <a:defRPr sz="2500"/>
            </a:lvl5pPr>
          </a:lstStyle>
          <a:p>
            <a:r>
              <a:t>05 April 2024</a:t>
            </a:r>
          </a:p>
          <a:p>
            <a:pPr lvl="1"/>
            <a:endParaRPr/>
          </a:p>
          <a:p>
            <a:pPr lvl="2"/>
            <a:endParaRPr/>
          </a:p>
          <a:p>
            <a:pPr lvl="3"/>
            <a:endParaRPr/>
          </a:p>
          <a:p>
            <a:pPr lvl="4"/>
            <a:endParaRPr/>
          </a:p>
        </p:txBody>
      </p:sp>
      <p:sp>
        <p:nvSpPr>
          <p:cNvPr id="58" name="Freeform 16"/>
          <p:cNvSpPr/>
          <p:nvPr/>
        </p:nvSpPr>
        <p:spPr>
          <a:xfrm>
            <a:off x="2428874" y="8629650"/>
            <a:ext cx="15854361" cy="800100"/>
          </a:xfrm>
          <a:prstGeom prst="rect">
            <a:avLst/>
          </a:prstGeom>
          <a:blipFill>
            <a:blip r:embed="rId2"/>
            <a:stretch>
              <a:fillRect/>
            </a:stretch>
          </a:blipFill>
          <a:ln w="12700">
            <a:miter lim="400000"/>
          </a:ln>
        </p:spPr>
        <p:txBody>
          <a:bodyPr lIns="45719" rIns="45719"/>
          <a:lstStyle/>
          <a:p>
            <a:endParaRPr/>
          </a:p>
        </p:txBody>
      </p:sp>
      <p:sp>
        <p:nvSpPr>
          <p:cNvPr id="59" name="TextBox 20"/>
          <p:cNvSpPr txBox="1"/>
          <p:nvPr/>
        </p:nvSpPr>
        <p:spPr>
          <a:xfrm>
            <a:off x="15372421" y="9688556"/>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1500"/>
              </a:lnSpc>
              <a:defRPr sz="1100" spc="6">
                <a:solidFill>
                  <a:srgbClr val="4D0F24"/>
                </a:solidFill>
              </a:defRPr>
            </a:lvl1pPr>
          </a:lstStyle>
          <a:p>
            <a:r>
              <a:t>Proprietary &amp; Confidential</a:t>
            </a:r>
          </a:p>
        </p:txBody>
      </p:sp>
      <p:sp>
        <p:nvSpPr>
          <p:cNvPr id="60" name="Text Placeholder 2"/>
          <p:cNvSpPr>
            <a:spLocks noGrp="1"/>
          </p:cNvSpPr>
          <p:nvPr>
            <p:ph type="body" sz="quarter" idx="21" hasCustomPrompt="1"/>
          </p:nvPr>
        </p:nvSpPr>
        <p:spPr>
          <a:xfrm>
            <a:off x="287079" y="44941"/>
            <a:ext cx="16065795" cy="1783859"/>
          </a:xfrm>
          <a:prstGeom prst="rect">
            <a:avLst/>
          </a:prstGeom>
        </p:spPr>
        <p:txBody>
          <a:bodyPr>
            <a:normAutofit/>
          </a:bodyPr>
          <a:lstStyle>
            <a:lvl1pPr marL="0" indent="0" defTabSz="905255">
              <a:spcBef>
                <a:spcPts val="2800"/>
              </a:spcBef>
              <a:buSzTx/>
              <a:buFontTx/>
              <a:buNone/>
              <a:defRPr sz="11880" b="1">
                <a:solidFill>
                  <a:srgbClr val="FFFFFF"/>
                </a:solidFill>
              </a:defRPr>
            </a:lvl1pPr>
          </a:lstStyle>
          <a:p>
            <a:r>
              <a:t>Presentation heading</a:t>
            </a:r>
          </a:p>
        </p:txBody>
      </p:sp>
      <p:sp>
        <p:nvSpPr>
          <p:cNvPr id="61" name="Text Placeholder 2"/>
          <p:cNvSpPr>
            <a:spLocks noGrp="1"/>
          </p:cNvSpPr>
          <p:nvPr>
            <p:ph type="body" sz="quarter" idx="22" hasCustomPrompt="1"/>
          </p:nvPr>
        </p:nvSpPr>
        <p:spPr>
          <a:xfrm>
            <a:off x="290623" y="1685899"/>
            <a:ext cx="16065795" cy="1780317"/>
          </a:xfrm>
          <a:prstGeom prst="rect">
            <a:avLst/>
          </a:prstGeom>
        </p:spPr>
        <p:txBody>
          <a:bodyPr>
            <a:normAutofit/>
          </a:bodyPr>
          <a:lstStyle>
            <a:lvl1pPr marL="0" indent="0" defTabSz="905255">
              <a:spcBef>
                <a:spcPts val="2800"/>
              </a:spcBef>
              <a:buSzTx/>
              <a:buFontTx/>
              <a:buNone/>
              <a:defRPr sz="11880">
                <a:solidFill>
                  <a:srgbClr val="FFFFFF"/>
                </a:solidFill>
              </a:defRPr>
            </a:lvl1pPr>
          </a:lstStyle>
          <a:p>
            <a:r>
              <a:t>Presentation subhead</a:t>
            </a:r>
          </a:p>
        </p:txBody>
      </p:sp>
      <p:pic>
        <p:nvPicPr>
          <p:cNvPr id="62" name="Picture 7" descr="Picture 7"/>
          <p:cNvPicPr>
            <a:picLocks noChangeAspect="1"/>
          </p:cNvPicPr>
          <p:nvPr/>
        </p:nvPicPr>
        <p:blipFill>
          <a:blip r:embed="rId3"/>
          <a:srcRect l="29" r="29"/>
          <a:stretch>
            <a:fillRect/>
          </a:stretch>
        </p:blipFill>
        <p:spPr>
          <a:xfrm>
            <a:off x="466723" y="8334375"/>
            <a:ext cx="1617586" cy="1504950"/>
          </a:xfrm>
          <a:prstGeom prst="rect">
            <a:avLst/>
          </a:prstGeom>
          <a:ln w="12700">
            <a:miter lim="400000"/>
          </a:ln>
        </p:spPr>
      </p:pic>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Slide W/ Large Header – Midnight">
    <p:bg>
      <p:bgPr>
        <a:solidFill>
          <a:schemeClr val="accent2"/>
        </a:solidFill>
        <a:effectLst/>
      </p:bgPr>
    </p:bg>
    <p:spTree>
      <p:nvGrpSpPr>
        <p:cNvPr id="1" name=""/>
        <p:cNvGrpSpPr/>
        <p:nvPr/>
      </p:nvGrpSpPr>
      <p:grpSpPr>
        <a:xfrm>
          <a:off x="0" y="0"/>
          <a:ext cx="0" cy="0"/>
          <a:chOff x="0" y="0"/>
          <a:chExt cx="0" cy="0"/>
        </a:xfrm>
      </p:grpSpPr>
      <p:sp>
        <p:nvSpPr>
          <p:cNvPr id="70" name="Freeform 16"/>
          <p:cNvSpPr/>
          <p:nvPr/>
        </p:nvSpPr>
        <p:spPr>
          <a:xfrm>
            <a:off x="2446127" y="8629650"/>
            <a:ext cx="15854361" cy="800100"/>
          </a:xfrm>
          <a:prstGeom prst="rect">
            <a:avLst/>
          </a:prstGeom>
          <a:blipFill>
            <a:blip r:embed="rId2"/>
            <a:stretch>
              <a:fillRect/>
            </a:stretch>
          </a:blipFill>
          <a:ln w="12700">
            <a:miter lim="400000"/>
          </a:ln>
        </p:spPr>
        <p:txBody>
          <a:bodyPr lIns="45719" rIns="45719"/>
          <a:lstStyle/>
          <a:p>
            <a:endParaRPr/>
          </a:p>
        </p:txBody>
      </p:sp>
      <p:sp>
        <p:nvSpPr>
          <p:cNvPr id="71" name="Body Level One…"/>
          <p:cNvSpPr txBox="1">
            <a:spLocks noGrp="1"/>
          </p:cNvSpPr>
          <p:nvPr>
            <p:ph type="body" sz="quarter" idx="1" hasCustomPrompt="1"/>
          </p:nvPr>
        </p:nvSpPr>
        <p:spPr>
          <a:xfrm>
            <a:off x="370934" y="3531837"/>
            <a:ext cx="4151314" cy="746887"/>
          </a:xfrm>
          <a:prstGeom prst="rect">
            <a:avLst/>
          </a:prstGeom>
        </p:spPr>
        <p:txBody>
          <a:bodyPr>
            <a:normAutofit/>
          </a:bodyPr>
          <a:lstStyle>
            <a:lvl1pPr marL="0" indent="0">
              <a:spcBef>
                <a:spcPts val="600"/>
              </a:spcBef>
              <a:buSzTx/>
              <a:buFontTx/>
              <a:buNone/>
              <a:defRPr sz="2500">
                <a:solidFill>
                  <a:srgbClr val="FFFFFF"/>
                </a:solidFill>
              </a:defRPr>
            </a:lvl1pPr>
            <a:lvl2pPr marL="712333" indent="-255133">
              <a:spcBef>
                <a:spcPts val="600"/>
              </a:spcBef>
              <a:buFontTx/>
              <a:defRPr sz="2500">
                <a:solidFill>
                  <a:srgbClr val="FFFFFF"/>
                </a:solidFill>
              </a:defRPr>
            </a:lvl2pPr>
            <a:lvl3pPr marL="1152525" indent="-238125">
              <a:spcBef>
                <a:spcPts val="600"/>
              </a:spcBef>
              <a:buFontTx/>
              <a:defRPr sz="2500">
                <a:solidFill>
                  <a:srgbClr val="FFFFFF"/>
                </a:solidFill>
              </a:defRPr>
            </a:lvl3pPr>
            <a:lvl4pPr marL="1657350" indent="-285750">
              <a:spcBef>
                <a:spcPts val="600"/>
              </a:spcBef>
              <a:buFontTx/>
              <a:defRPr sz="2500">
                <a:solidFill>
                  <a:srgbClr val="FFFFFF"/>
                </a:solidFill>
              </a:defRPr>
            </a:lvl4pPr>
            <a:lvl5pPr marL="2114550" indent="-285750">
              <a:spcBef>
                <a:spcPts val="600"/>
              </a:spcBef>
              <a:buFontTx/>
              <a:defRPr sz="2500">
                <a:solidFill>
                  <a:srgbClr val="FFFFFF"/>
                </a:solidFill>
              </a:defRPr>
            </a:lvl5pPr>
          </a:lstStyle>
          <a:p>
            <a:r>
              <a:t>05 April 2024</a:t>
            </a:r>
          </a:p>
          <a:p>
            <a:pPr lvl="1"/>
            <a:endParaRPr/>
          </a:p>
          <a:p>
            <a:pPr lvl="2"/>
            <a:endParaRPr/>
          </a:p>
          <a:p>
            <a:pPr lvl="3"/>
            <a:endParaRPr/>
          </a:p>
          <a:p>
            <a:pPr lvl="4"/>
            <a:endParaRPr/>
          </a:p>
        </p:txBody>
      </p:sp>
      <p:sp>
        <p:nvSpPr>
          <p:cNvPr id="72" name="TextBox 20"/>
          <p:cNvSpPr txBox="1"/>
          <p:nvPr/>
        </p:nvSpPr>
        <p:spPr>
          <a:xfrm>
            <a:off x="15372421" y="9688556"/>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1500"/>
              </a:lnSpc>
              <a:defRPr sz="1100" spc="6">
                <a:solidFill>
                  <a:srgbClr val="9C9C99"/>
                </a:solidFill>
              </a:defRPr>
            </a:lvl1pPr>
          </a:lstStyle>
          <a:p>
            <a:r>
              <a:t>Proprietary &amp; Confidential</a:t>
            </a:r>
          </a:p>
        </p:txBody>
      </p:sp>
      <p:sp>
        <p:nvSpPr>
          <p:cNvPr id="73" name="Text Placeholder 2"/>
          <p:cNvSpPr>
            <a:spLocks noGrp="1"/>
          </p:cNvSpPr>
          <p:nvPr>
            <p:ph type="body" sz="quarter" idx="21" hasCustomPrompt="1"/>
          </p:nvPr>
        </p:nvSpPr>
        <p:spPr>
          <a:xfrm>
            <a:off x="287079" y="44941"/>
            <a:ext cx="16065795" cy="1783859"/>
          </a:xfrm>
          <a:prstGeom prst="rect">
            <a:avLst/>
          </a:prstGeom>
        </p:spPr>
        <p:txBody>
          <a:bodyPr>
            <a:normAutofit/>
          </a:bodyPr>
          <a:lstStyle>
            <a:lvl1pPr marL="0" indent="0" defTabSz="905255">
              <a:spcBef>
                <a:spcPts val="2800"/>
              </a:spcBef>
              <a:buSzTx/>
              <a:buFontTx/>
              <a:buNone/>
              <a:defRPr sz="11880" b="1">
                <a:solidFill>
                  <a:srgbClr val="E00600"/>
                </a:solidFill>
              </a:defRPr>
            </a:lvl1pPr>
          </a:lstStyle>
          <a:p>
            <a:r>
              <a:t>Presentation heading</a:t>
            </a:r>
          </a:p>
        </p:txBody>
      </p:sp>
      <p:sp>
        <p:nvSpPr>
          <p:cNvPr id="74" name="Text Placeholder 2"/>
          <p:cNvSpPr>
            <a:spLocks noGrp="1"/>
          </p:cNvSpPr>
          <p:nvPr>
            <p:ph type="body" sz="quarter" idx="22" hasCustomPrompt="1"/>
          </p:nvPr>
        </p:nvSpPr>
        <p:spPr>
          <a:xfrm>
            <a:off x="290623" y="1685899"/>
            <a:ext cx="16065795" cy="1780317"/>
          </a:xfrm>
          <a:prstGeom prst="rect">
            <a:avLst/>
          </a:prstGeom>
        </p:spPr>
        <p:txBody>
          <a:bodyPr>
            <a:normAutofit/>
          </a:bodyPr>
          <a:lstStyle>
            <a:lvl1pPr marL="0" indent="0" defTabSz="905255">
              <a:spcBef>
                <a:spcPts val="2800"/>
              </a:spcBef>
              <a:buSzTx/>
              <a:buFontTx/>
              <a:buNone/>
              <a:defRPr sz="11880">
                <a:solidFill>
                  <a:srgbClr val="FFFFFF"/>
                </a:solidFill>
              </a:defRPr>
            </a:lvl1pPr>
          </a:lstStyle>
          <a:p>
            <a:r>
              <a:t>Presentation subhead</a:t>
            </a:r>
          </a:p>
        </p:txBody>
      </p:sp>
      <p:pic>
        <p:nvPicPr>
          <p:cNvPr id="75" name="Picture 23" descr="Picture 23"/>
          <p:cNvPicPr>
            <a:picLocks noChangeAspect="1"/>
          </p:cNvPicPr>
          <p:nvPr/>
        </p:nvPicPr>
        <p:blipFill>
          <a:blip r:embed="rId3"/>
          <a:stretch>
            <a:fillRect/>
          </a:stretch>
        </p:blipFill>
        <p:spPr>
          <a:xfrm>
            <a:off x="466723" y="8334375"/>
            <a:ext cx="1618532" cy="1504950"/>
          </a:xfrm>
          <a:prstGeom prst="rect">
            <a:avLst/>
          </a:prstGeom>
          <a:ln w="12700">
            <a:miter lim="400000"/>
          </a:ln>
        </p:spPr>
      </p:pic>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Slide – White">
    <p:spTree>
      <p:nvGrpSpPr>
        <p:cNvPr id="1" name=""/>
        <p:cNvGrpSpPr/>
        <p:nvPr/>
      </p:nvGrpSpPr>
      <p:grpSpPr>
        <a:xfrm>
          <a:off x="0" y="0"/>
          <a:ext cx="0" cy="0"/>
          <a:chOff x="0" y="0"/>
          <a:chExt cx="0" cy="0"/>
        </a:xfrm>
      </p:grpSpPr>
      <p:sp>
        <p:nvSpPr>
          <p:cNvPr id="8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Index Slide – White">
    <p:spTree>
      <p:nvGrpSpPr>
        <p:cNvPr id="1" name=""/>
        <p:cNvGrpSpPr/>
        <p:nvPr/>
      </p:nvGrpSpPr>
      <p:grpSpPr>
        <a:xfrm>
          <a:off x="0" y="0"/>
          <a:ext cx="0" cy="0"/>
          <a:chOff x="0" y="0"/>
          <a:chExt cx="0" cy="0"/>
        </a:xfrm>
      </p:grpSpPr>
      <p:sp>
        <p:nvSpPr>
          <p:cNvPr id="90"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94"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95" name="Body Level One…"/>
          <p:cNvSpPr txBox="1">
            <a:spLocks noGrp="1"/>
          </p:cNvSpPr>
          <p:nvPr>
            <p:ph type="body" sz="quarter" idx="1" hasCustomPrompt="1"/>
          </p:nvPr>
        </p:nvSpPr>
        <p:spPr>
          <a:xfrm>
            <a:off x="372607" y="299203"/>
            <a:ext cx="1425196" cy="4749801"/>
          </a:xfrm>
          <a:prstGeom prst="rect">
            <a:avLst/>
          </a:prstGeom>
        </p:spPr>
        <p:txBody>
          <a:bodyPr>
            <a:normAutofit/>
          </a:bodyPr>
          <a:lstStyle>
            <a:lvl1pPr marL="0" indent="0">
              <a:lnSpc>
                <a:spcPts val="6000"/>
              </a:lnSpc>
              <a:spcBef>
                <a:spcPts val="0"/>
              </a:spcBef>
              <a:buSzTx/>
              <a:buFontTx/>
              <a:buNone/>
              <a:defRPr sz="5200" b="1"/>
            </a:lvl1pPr>
            <a:lvl2pPr marL="0" indent="457200">
              <a:lnSpc>
                <a:spcPts val="6000"/>
              </a:lnSpc>
              <a:spcBef>
                <a:spcPts val="0"/>
              </a:spcBef>
              <a:buSzTx/>
              <a:buFontTx/>
              <a:buNone/>
              <a:defRPr sz="5200" b="1"/>
            </a:lvl2pPr>
            <a:lvl3pPr marL="0" indent="914400">
              <a:lnSpc>
                <a:spcPts val="6000"/>
              </a:lnSpc>
              <a:spcBef>
                <a:spcPts val="0"/>
              </a:spcBef>
              <a:buSzTx/>
              <a:buFontTx/>
              <a:buNone/>
              <a:defRPr sz="5200" b="1"/>
            </a:lvl3pPr>
            <a:lvl4pPr marL="0" indent="1371600">
              <a:lnSpc>
                <a:spcPts val="6000"/>
              </a:lnSpc>
              <a:spcBef>
                <a:spcPts val="0"/>
              </a:spcBef>
              <a:buSzTx/>
              <a:buFontTx/>
              <a:buNone/>
              <a:defRPr sz="5200" b="1"/>
            </a:lvl4pPr>
            <a:lvl5pPr marL="0" indent="1828800">
              <a:lnSpc>
                <a:spcPts val="6000"/>
              </a:lnSpc>
              <a:spcBef>
                <a:spcPts val="0"/>
              </a:spcBef>
              <a:buSzTx/>
              <a:buFontTx/>
              <a:buNone/>
              <a:defRPr sz="5200" b="1"/>
            </a:lvl5pPr>
          </a:lstStyle>
          <a:p>
            <a:r>
              <a:t>01</a:t>
            </a:r>
          </a:p>
          <a:p>
            <a:pPr lvl="1"/>
            <a:endParaRPr/>
          </a:p>
          <a:p>
            <a:pPr lvl="2"/>
            <a:endParaRPr/>
          </a:p>
          <a:p>
            <a:pPr lvl="3"/>
            <a:endParaRPr/>
          </a:p>
          <a:p>
            <a:pPr lvl="4"/>
            <a:endParaRPr/>
          </a:p>
        </p:txBody>
      </p:sp>
      <p:sp>
        <p:nvSpPr>
          <p:cNvPr id="96" name="Text Placeholder 8"/>
          <p:cNvSpPr>
            <a:spLocks noGrp="1"/>
          </p:cNvSpPr>
          <p:nvPr>
            <p:ph type="body" sz="half" idx="21" hasCustomPrompt="1"/>
          </p:nvPr>
        </p:nvSpPr>
        <p:spPr>
          <a:xfrm>
            <a:off x="2113637" y="299203"/>
            <a:ext cx="8623301" cy="4749801"/>
          </a:xfrm>
          <a:prstGeom prst="rect">
            <a:avLst/>
          </a:prstGeom>
        </p:spPr>
        <p:txBody>
          <a:bodyPr>
            <a:normAutofit/>
          </a:bodyPr>
          <a:lstStyle>
            <a:lvl1pPr marL="0" indent="0">
              <a:lnSpc>
                <a:spcPts val="6000"/>
              </a:lnSpc>
              <a:spcBef>
                <a:spcPts val="0"/>
              </a:spcBef>
              <a:buSzTx/>
              <a:buFontTx/>
              <a:buNone/>
              <a:defRPr sz="5200" b="1">
                <a:solidFill>
                  <a:srgbClr val="E00600"/>
                </a:solidFill>
              </a:defRPr>
            </a:lvl1pPr>
          </a:lstStyle>
          <a:p>
            <a:r>
              <a:t>Section Heading
Section Heading
Section Heading
Section Heading
Section Heading
Section Heading</a:t>
            </a:r>
          </a:p>
        </p:txBody>
      </p:sp>
      <p:pic>
        <p:nvPicPr>
          <p:cNvPr id="97" name="Picture 2" descr="Picture 2"/>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Section Slide – Text White">
    <p:spTree>
      <p:nvGrpSpPr>
        <p:cNvPr id="1" name=""/>
        <p:cNvGrpSpPr/>
        <p:nvPr/>
      </p:nvGrpSpPr>
      <p:grpSpPr>
        <a:xfrm>
          <a:off x="0" y="0"/>
          <a:ext cx="0" cy="0"/>
          <a:chOff x="0" y="0"/>
          <a:chExt cx="0" cy="0"/>
        </a:xfrm>
      </p:grpSpPr>
      <p:sp>
        <p:nvSpPr>
          <p:cNvPr id="104"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108"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109" name="Body Level One…"/>
          <p:cNvSpPr txBox="1">
            <a:spLocks noGrp="1"/>
          </p:cNvSpPr>
          <p:nvPr>
            <p:ph type="body" sz="quarter" idx="1" hasCustomPrompt="1"/>
          </p:nvPr>
        </p:nvSpPr>
        <p:spPr>
          <a:xfrm>
            <a:off x="372140" y="1233899"/>
            <a:ext cx="8686801" cy="785877"/>
          </a:xfrm>
          <a:prstGeom prst="rect">
            <a:avLst/>
          </a:prstGeom>
        </p:spPr>
        <p:txBody>
          <a:bodyPr>
            <a:normAutofit/>
          </a:bodyPr>
          <a:lstStyle>
            <a:lvl1pPr marL="0" indent="0">
              <a:spcBef>
                <a:spcPts val="1800"/>
              </a:spcBef>
              <a:buSzTx/>
              <a:buFontTx/>
              <a:buNone/>
              <a:defRPr sz="7500" b="1">
                <a:solidFill>
                  <a:srgbClr val="E00600"/>
                </a:solidFill>
              </a:defRPr>
            </a:lvl1pPr>
            <a:lvl2pPr marL="1222601" indent="-765401">
              <a:spcBef>
                <a:spcPts val="1800"/>
              </a:spcBef>
              <a:buFontTx/>
              <a:defRPr sz="7500" b="1">
                <a:solidFill>
                  <a:srgbClr val="E00600"/>
                </a:solidFill>
              </a:defRPr>
            </a:lvl2pPr>
            <a:lvl3pPr marL="1628775" indent="-714375">
              <a:spcBef>
                <a:spcPts val="1800"/>
              </a:spcBef>
              <a:buFontTx/>
              <a:defRPr sz="7500" b="1">
                <a:solidFill>
                  <a:srgbClr val="E00600"/>
                </a:solidFill>
              </a:defRPr>
            </a:lvl3pPr>
            <a:lvl4pPr marL="2228850" indent="-857250">
              <a:spcBef>
                <a:spcPts val="1800"/>
              </a:spcBef>
              <a:buFontTx/>
              <a:defRPr sz="7500" b="1">
                <a:solidFill>
                  <a:srgbClr val="E00600"/>
                </a:solidFill>
              </a:defRPr>
            </a:lvl4pPr>
            <a:lvl5pPr marL="2686050" indent="-857250">
              <a:spcBef>
                <a:spcPts val="1800"/>
              </a:spcBef>
              <a:buFontTx/>
              <a:defRPr sz="7500" b="1">
                <a:solidFill>
                  <a:srgbClr val="E00600"/>
                </a:solidFill>
              </a:defRPr>
            </a:lvl5pPr>
          </a:lstStyle>
          <a:p>
            <a:r>
              <a:t>Section heading</a:t>
            </a:r>
          </a:p>
          <a:p>
            <a:pPr lvl="1"/>
            <a:endParaRPr/>
          </a:p>
          <a:p>
            <a:pPr lvl="2"/>
            <a:endParaRPr/>
          </a:p>
          <a:p>
            <a:pPr lvl="3"/>
            <a:endParaRPr/>
          </a:p>
          <a:p>
            <a:pPr lvl="4"/>
            <a:endParaRPr/>
          </a:p>
        </p:txBody>
      </p:sp>
      <p:sp>
        <p:nvSpPr>
          <p:cNvPr id="110" name="Text Placeholder 7"/>
          <p:cNvSpPr>
            <a:spLocks noGrp="1"/>
          </p:cNvSpPr>
          <p:nvPr>
            <p:ph type="body" sz="quarter" idx="21" hasCustomPrompt="1"/>
          </p:nvPr>
        </p:nvSpPr>
        <p:spPr>
          <a:xfrm>
            <a:off x="351169" y="2228849"/>
            <a:ext cx="8686801" cy="950914"/>
          </a:xfrm>
          <a:prstGeom prst="rect">
            <a:avLst/>
          </a:prstGeom>
        </p:spPr>
        <p:txBody>
          <a:bodyPr>
            <a:normAutofit/>
          </a:bodyPr>
          <a:lstStyle>
            <a:lvl1pPr marL="0" indent="0" defTabSz="740663">
              <a:spcBef>
                <a:spcPts val="1400"/>
              </a:spcBef>
              <a:buSzTx/>
              <a:buFontTx/>
              <a:buNone/>
              <a:defRPr sz="6075" b="1"/>
            </a:lvl1pPr>
          </a:lstStyle>
          <a:p>
            <a:r>
              <a:t>Section subhead</a:t>
            </a:r>
          </a:p>
        </p:txBody>
      </p:sp>
      <p:pic>
        <p:nvPicPr>
          <p:cNvPr id="111" name="Picture 1" descr="Picture 1"/>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Section Slide – Text Red">
    <p:bg>
      <p:bgPr>
        <a:solidFill>
          <a:srgbClr val="E00600"/>
        </a:solidFill>
        <a:effectLst/>
      </p:bgPr>
    </p:bg>
    <p:spTree>
      <p:nvGrpSpPr>
        <p:cNvPr id="1" name=""/>
        <p:cNvGrpSpPr/>
        <p:nvPr/>
      </p:nvGrpSpPr>
      <p:grpSpPr>
        <a:xfrm>
          <a:off x="0" y="0"/>
          <a:ext cx="0" cy="0"/>
          <a:chOff x="0" y="0"/>
          <a:chExt cx="0" cy="0"/>
        </a:xfrm>
      </p:grpSpPr>
      <p:sp>
        <p:nvSpPr>
          <p:cNvPr id="118"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122"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FFFFFF"/>
                </a:solidFill>
              </a:defRPr>
            </a:lvl1pPr>
          </a:lstStyle>
          <a:p>
            <a:fld id="{86CB4B4D-7CA3-9044-876B-883B54F8677D}" type="slidenum">
              <a:t>‹#›</a:t>
            </a:fld>
            <a:endParaRPr/>
          </a:p>
        </p:txBody>
      </p:sp>
      <p:sp>
        <p:nvSpPr>
          <p:cNvPr id="123" name="Body Level One…"/>
          <p:cNvSpPr txBox="1">
            <a:spLocks noGrp="1"/>
          </p:cNvSpPr>
          <p:nvPr>
            <p:ph type="body" sz="quarter" idx="1" hasCustomPrompt="1"/>
          </p:nvPr>
        </p:nvSpPr>
        <p:spPr>
          <a:xfrm>
            <a:off x="372140" y="1233899"/>
            <a:ext cx="8686801" cy="785877"/>
          </a:xfrm>
          <a:prstGeom prst="rect">
            <a:avLst/>
          </a:prstGeom>
        </p:spPr>
        <p:txBody>
          <a:bodyPr>
            <a:normAutofit/>
          </a:bodyPr>
          <a:lstStyle>
            <a:lvl1pPr marL="0" indent="0">
              <a:spcBef>
                <a:spcPts val="1800"/>
              </a:spcBef>
              <a:buSzTx/>
              <a:buFontTx/>
              <a:buNone/>
              <a:defRPr sz="7500" b="1">
                <a:solidFill>
                  <a:srgbClr val="FFFFFF"/>
                </a:solidFill>
              </a:defRPr>
            </a:lvl1pPr>
            <a:lvl2pPr marL="1222601" indent="-765401">
              <a:spcBef>
                <a:spcPts val="1800"/>
              </a:spcBef>
              <a:buFontTx/>
              <a:defRPr sz="7500" b="1">
                <a:solidFill>
                  <a:srgbClr val="FFFFFF"/>
                </a:solidFill>
              </a:defRPr>
            </a:lvl2pPr>
            <a:lvl3pPr marL="1628775" indent="-714375">
              <a:spcBef>
                <a:spcPts val="1800"/>
              </a:spcBef>
              <a:buFontTx/>
              <a:defRPr sz="7500" b="1">
                <a:solidFill>
                  <a:srgbClr val="FFFFFF"/>
                </a:solidFill>
              </a:defRPr>
            </a:lvl3pPr>
            <a:lvl4pPr marL="2228850" indent="-857250">
              <a:spcBef>
                <a:spcPts val="1800"/>
              </a:spcBef>
              <a:buFontTx/>
              <a:defRPr sz="7500" b="1">
                <a:solidFill>
                  <a:srgbClr val="FFFFFF"/>
                </a:solidFill>
              </a:defRPr>
            </a:lvl4pPr>
            <a:lvl5pPr marL="2686050" indent="-857250">
              <a:spcBef>
                <a:spcPts val="1800"/>
              </a:spcBef>
              <a:buFontTx/>
              <a:defRPr sz="7500" b="1">
                <a:solidFill>
                  <a:srgbClr val="FFFFFF"/>
                </a:solidFill>
              </a:defRPr>
            </a:lvl5pPr>
          </a:lstStyle>
          <a:p>
            <a:r>
              <a:t>Section heading</a:t>
            </a:r>
          </a:p>
          <a:p>
            <a:pPr lvl="1"/>
            <a:endParaRPr/>
          </a:p>
          <a:p>
            <a:pPr lvl="2"/>
            <a:endParaRPr/>
          </a:p>
          <a:p>
            <a:pPr lvl="3"/>
            <a:endParaRPr/>
          </a:p>
          <a:p>
            <a:pPr lvl="4"/>
            <a:endParaRPr/>
          </a:p>
        </p:txBody>
      </p:sp>
      <p:sp>
        <p:nvSpPr>
          <p:cNvPr id="124" name="Text Placeholder 7"/>
          <p:cNvSpPr>
            <a:spLocks noGrp="1"/>
          </p:cNvSpPr>
          <p:nvPr>
            <p:ph type="body" sz="quarter" idx="21" hasCustomPrompt="1"/>
          </p:nvPr>
        </p:nvSpPr>
        <p:spPr>
          <a:xfrm>
            <a:off x="351169" y="2228849"/>
            <a:ext cx="8686801" cy="950914"/>
          </a:xfrm>
          <a:prstGeom prst="rect">
            <a:avLst/>
          </a:prstGeom>
        </p:spPr>
        <p:txBody>
          <a:bodyPr>
            <a:normAutofit/>
          </a:bodyPr>
          <a:lstStyle>
            <a:lvl1pPr marL="0" indent="0" defTabSz="740663">
              <a:spcBef>
                <a:spcPts val="1400"/>
              </a:spcBef>
              <a:buSzTx/>
              <a:buFontTx/>
              <a:buNone/>
              <a:defRPr sz="6075" b="1"/>
            </a:lvl1pPr>
          </a:lstStyle>
          <a:p>
            <a:r>
              <a:t>Section subhead</a:t>
            </a:r>
          </a:p>
        </p:txBody>
      </p:sp>
      <p:pic>
        <p:nvPicPr>
          <p:cNvPr id="125" name="Picture 2" descr="Picture 2"/>
          <p:cNvPicPr>
            <a:picLocks noChangeAspect="1"/>
          </p:cNvPicPr>
          <p:nvPr/>
        </p:nvPicPr>
        <p:blipFill>
          <a:blip r:embed="rId3"/>
          <a:srcRect l="29" r="29"/>
          <a:stretch>
            <a:fillRect/>
          </a:stretch>
        </p:blipFill>
        <p:spPr>
          <a:xfrm>
            <a:off x="464557" y="9468546"/>
            <a:ext cx="542891" cy="505090"/>
          </a:xfrm>
          <a:prstGeom prst="rect">
            <a:avLst/>
          </a:prstGeom>
          <a:ln w="12700">
            <a:miter lim="400000"/>
          </a:ln>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Section Slide – Text Midnight">
    <p:bg>
      <p:bgPr>
        <a:solidFill>
          <a:schemeClr val="accent2"/>
        </a:solidFill>
        <a:effectLst/>
      </p:bgPr>
    </p:bg>
    <p:spTree>
      <p:nvGrpSpPr>
        <p:cNvPr id="1" name=""/>
        <p:cNvGrpSpPr/>
        <p:nvPr/>
      </p:nvGrpSpPr>
      <p:grpSpPr>
        <a:xfrm>
          <a:off x="0" y="0"/>
          <a:ext cx="0" cy="0"/>
          <a:chOff x="0" y="0"/>
          <a:chExt cx="0" cy="0"/>
        </a:xfrm>
      </p:grpSpPr>
      <p:sp>
        <p:nvSpPr>
          <p:cNvPr id="132"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136"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FFFFFF"/>
                </a:solidFill>
              </a:defRPr>
            </a:lvl1pPr>
          </a:lstStyle>
          <a:p>
            <a:fld id="{86CB4B4D-7CA3-9044-876B-883B54F8677D}" type="slidenum">
              <a:t>‹#›</a:t>
            </a:fld>
            <a:endParaRPr/>
          </a:p>
        </p:txBody>
      </p:sp>
      <p:sp>
        <p:nvSpPr>
          <p:cNvPr id="137" name="Body Level One…"/>
          <p:cNvSpPr txBox="1">
            <a:spLocks noGrp="1"/>
          </p:cNvSpPr>
          <p:nvPr>
            <p:ph type="body" sz="quarter" idx="1" hasCustomPrompt="1"/>
          </p:nvPr>
        </p:nvSpPr>
        <p:spPr>
          <a:xfrm>
            <a:off x="372140" y="1233899"/>
            <a:ext cx="8686801" cy="785877"/>
          </a:xfrm>
          <a:prstGeom prst="rect">
            <a:avLst/>
          </a:prstGeom>
        </p:spPr>
        <p:txBody>
          <a:bodyPr>
            <a:normAutofit/>
          </a:bodyPr>
          <a:lstStyle>
            <a:lvl1pPr marL="0" indent="0">
              <a:spcBef>
                <a:spcPts val="1800"/>
              </a:spcBef>
              <a:buSzTx/>
              <a:buFontTx/>
              <a:buNone/>
              <a:defRPr sz="7500" b="1">
                <a:solidFill>
                  <a:schemeClr val="accent1"/>
                </a:solidFill>
              </a:defRPr>
            </a:lvl1pPr>
            <a:lvl2pPr marL="1222601" indent="-765401">
              <a:spcBef>
                <a:spcPts val="1800"/>
              </a:spcBef>
              <a:buFontTx/>
              <a:defRPr sz="7500" b="1">
                <a:solidFill>
                  <a:schemeClr val="accent1"/>
                </a:solidFill>
              </a:defRPr>
            </a:lvl2pPr>
            <a:lvl3pPr marL="1628775" indent="-714375">
              <a:spcBef>
                <a:spcPts val="1800"/>
              </a:spcBef>
              <a:buFontTx/>
              <a:defRPr sz="7500" b="1">
                <a:solidFill>
                  <a:schemeClr val="accent1"/>
                </a:solidFill>
              </a:defRPr>
            </a:lvl3pPr>
            <a:lvl4pPr marL="2228850" indent="-857250">
              <a:spcBef>
                <a:spcPts val="1800"/>
              </a:spcBef>
              <a:buFontTx/>
              <a:defRPr sz="7500" b="1">
                <a:solidFill>
                  <a:schemeClr val="accent1"/>
                </a:solidFill>
              </a:defRPr>
            </a:lvl4pPr>
            <a:lvl5pPr marL="2686050" indent="-857250">
              <a:spcBef>
                <a:spcPts val="1800"/>
              </a:spcBef>
              <a:buFontTx/>
              <a:defRPr sz="7500" b="1">
                <a:solidFill>
                  <a:schemeClr val="accent1"/>
                </a:solidFill>
              </a:defRPr>
            </a:lvl5pPr>
          </a:lstStyle>
          <a:p>
            <a:r>
              <a:t>Section heading</a:t>
            </a:r>
          </a:p>
          <a:p>
            <a:pPr lvl="1"/>
            <a:endParaRPr/>
          </a:p>
          <a:p>
            <a:pPr lvl="2"/>
            <a:endParaRPr/>
          </a:p>
          <a:p>
            <a:pPr lvl="3"/>
            <a:endParaRPr/>
          </a:p>
          <a:p>
            <a:pPr lvl="4"/>
            <a:endParaRPr/>
          </a:p>
        </p:txBody>
      </p:sp>
      <p:sp>
        <p:nvSpPr>
          <p:cNvPr id="138" name="Text Placeholder 7"/>
          <p:cNvSpPr>
            <a:spLocks noGrp="1"/>
          </p:cNvSpPr>
          <p:nvPr>
            <p:ph type="body" sz="quarter" idx="21" hasCustomPrompt="1"/>
          </p:nvPr>
        </p:nvSpPr>
        <p:spPr>
          <a:xfrm>
            <a:off x="351169" y="2228849"/>
            <a:ext cx="8686801" cy="950914"/>
          </a:xfrm>
          <a:prstGeom prst="rect">
            <a:avLst/>
          </a:prstGeom>
        </p:spPr>
        <p:txBody>
          <a:bodyPr>
            <a:normAutofit/>
          </a:bodyPr>
          <a:lstStyle>
            <a:lvl1pPr marL="0" indent="0" defTabSz="740663">
              <a:spcBef>
                <a:spcPts val="1400"/>
              </a:spcBef>
              <a:buSzTx/>
              <a:buFontTx/>
              <a:buNone/>
              <a:defRPr sz="6075" b="1">
                <a:solidFill>
                  <a:srgbClr val="FFFFFF"/>
                </a:solidFill>
              </a:defRPr>
            </a:lvl1pPr>
          </a:lstStyle>
          <a:p>
            <a:r>
              <a:t>Section subhead</a:t>
            </a:r>
          </a:p>
        </p:txBody>
      </p:sp>
      <p:pic>
        <p:nvPicPr>
          <p:cNvPr id="139" name="Picture 6" descr="Picture 6"/>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Section Slide – Text W/ Image White">
    <p:spTree>
      <p:nvGrpSpPr>
        <p:cNvPr id="1" name=""/>
        <p:cNvGrpSpPr/>
        <p:nvPr/>
      </p:nvGrpSpPr>
      <p:grpSpPr>
        <a:xfrm>
          <a:off x="0" y="0"/>
          <a:ext cx="0" cy="0"/>
          <a:chOff x="0" y="0"/>
          <a:chExt cx="0" cy="0"/>
        </a:xfrm>
      </p:grpSpPr>
      <p:sp>
        <p:nvSpPr>
          <p:cNvPr id="146"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149"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150" name="Picture Placeholder 12"/>
          <p:cNvSpPr>
            <a:spLocks noGrp="1"/>
          </p:cNvSpPr>
          <p:nvPr>
            <p:ph type="pic" idx="21"/>
          </p:nvPr>
        </p:nvSpPr>
        <p:spPr>
          <a:xfrm>
            <a:off x="9215383" y="457200"/>
            <a:ext cx="8623301" cy="9372600"/>
          </a:xfrm>
          <a:prstGeom prst="rect">
            <a:avLst/>
          </a:prstGeom>
        </p:spPr>
        <p:txBody>
          <a:bodyPr lIns="91439" rIns="91439"/>
          <a:lstStyle/>
          <a:p>
            <a:endParaRPr/>
          </a:p>
        </p:txBody>
      </p:sp>
      <p:sp>
        <p:nvSpPr>
          <p:cNvPr id="151" name="Body Level One…"/>
          <p:cNvSpPr txBox="1">
            <a:spLocks noGrp="1"/>
          </p:cNvSpPr>
          <p:nvPr>
            <p:ph type="body" sz="quarter" idx="1" hasCustomPrompt="1"/>
          </p:nvPr>
        </p:nvSpPr>
        <p:spPr>
          <a:xfrm>
            <a:off x="372140" y="1233899"/>
            <a:ext cx="8686801" cy="785877"/>
          </a:xfrm>
          <a:prstGeom prst="rect">
            <a:avLst/>
          </a:prstGeom>
        </p:spPr>
        <p:txBody>
          <a:bodyPr>
            <a:normAutofit/>
          </a:bodyPr>
          <a:lstStyle>
            <a:lvl1pPr marL="0" indent="0">
              <a:spcBef>
                <a:spcPts val="1800"/>
              </a:spcBef>
              <a:buSzTx/>
              <a:buFontTx/>
              <a:buNone/>
              <a:defRPr sz="7500" b="1">
                <a:solidFill>
                  <a:srgbClr val="E00600"/>
                </a:solidFill>
              </a:defRPr>
            </a:lvl1pPr>
            <a:lvl2pPr marL="1222601" indent="-765401">
              <a:spcBef>
                <a:spcPts val="1800"/>
              </a:spcBef>
              <a:buFontTx/>
              <a:defRPr sz="7500" b="1">
                <a:solidFill>
                  <a:srgbClr val="E00600"/>
                </a:solidFill>
              </a:defRPr>
            </a:lvl2pPr>
            <a:lvl3pPr marL="1628775" indent="-714375">
              <a:spcBef>
                <a:spcPts val="1800"/>
              </a:spcBef>
              <a:buFontTx/>
              <a:defRPr sz="7500" b="1">
                <a:solidFill>
                  <a:srgbClr val="E00600"/>
                </a:solidFill>
              </a:defRPr>
            </a:lvl3pPr>
            <a:lvl4pPr marL="2228850" indent="-857250">
              <a:spcBef>
                <a:spcPts val="1800"/>
              </a:spcBef>
              <a:buFontTx/>
              <a:defRPr sz="7500" b="1">
                <a:solidFill>
                  <a:srgbClr val="E00600"/>
                </a:solidFill>
              </a:defRPr>
            </a:lvl4pPr>
            <a:lvl5pPr marL="2686050" indent="-857250">
              <a:spcBef>
                <a:spcPts val="1800"/>
              </a:spcBef>
              <a:buFontTx/>
              <a:defRPr sz="7500" b="1">
                <a:solidFill>
                  <a:srgbClr val="E00600"/>
                </a:solidFill>
              </a:defRPr>
            </a:lvl5pPr>
          </a:lstStyle>
          <a:p>
            <a:r>
              <a:t>Section heading</a:t>
            </a:r>
          </a:p>
          <a:p>
            <a:pPr lvl="1"/>
            <a:endParaRPr/>
          </a:p>
          <a:p>
            <a:pPr lvl="2"/>
            <a:endParaRPr/>
          </a:p>
          <a:p>
            <a:pPr lvl="3"/>
            <a:endParaRPr/>
          </a:p>
          <a:p>
            <a:pPr lvl="4"/>
            <a:endParaRPr/>
          </a:p>
        </p:txBody>
      </p:sp>
      <p:sp>
        <p:nvSpPr>
          <p:cNvPr id="152" name="Text Placeholder 7"/>
          <p:cNvSpPr>
            <a:spLocks noGrp="1"/>
          </p:cNvSpPr>
          <p:nvPr>
            <p:ph type="body" sz="quarter" idx="22" hasCustomPrompt="1"/>
          </p:nvPr>
        </p:nvSpPr>
        <p:spPr>
          <a:xfrm>
            <a:off x="351169" y="2228849"/>
            <a:ext cx="8686801" cy="950914"/>
          </a:xfrm>
          <a:prstGeom prst="rect">
            <a:avLst/>
          </a:prstGeom>
        </p:spPr>
        <p:txBody>
          <a:bodyPr>
            <a:normAutofit/>
          </a:bodyPr>
          <a:lstStyle>
            <a:lvl1pPr marL="0" indent="0" defTabSz="740663">
              <a:spcBef>
                <a:spcPts val="1400"/>
              </a:spcBef>
              <a:buSzTx/>
              <a:buFontTx/>
              <a:buNone/>
              <a:defRPr sz="6075" b="1"/>
            </a:lvl1pPr>
          </a:lstStyle>
          <a:p>
            <a:r>
              <a:t>Section subhead</a:t>
            </a:r>
          </a:p>
        </p:txBody>
      </p:sp>
      <p:pic>
        <p:nvPicPr>
          <p:cNvPr id="153" name="Picture 2" descr="Picture 2"/>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Section Slide – Text W/ Image Red">
    <p:bg>
      <p:bgPr>
        <a:solidFill>
          <a:srgbClr val="E00600"/>
        </a:solidFill>
        <a:effectLst/>
      </p:bgPr>
    </p:bg>
    <p:spTree>
      <p:nvGrpSpPr>
        <p:cNvPr id="1" name=""/>
        <p:cNvGrpSpPr/>
        <p:nvPr/>
      </p:nvGrpSpPr>
      <p:grpSpPr>
        <a:xfrm>
          <a:off x="0" y="0"/>
          <a:ext cx="0" cy="0"/>
          <a:chOff x="0" y="0"/>
          <a:chExt cx="0" cy="0"/>
        </a:xfrm>
      </p:grpSpPr>
      <p:sp>
        <p:nvSpPr>
          <p:cNvPr id="160"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163"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FFFFFF"/>
                </a:solidFill>
              </a:defRPr>
            </a:lvl1pPr>
          </a:lstStyle>
          <a:p>
            <a:fld id="{86CB4B4D-7CA3-9044-876B-883B54F8677D}" type="slidenum">
              <a:t>‹#›</a:t>
            </a:fld>
            <a:endParaRPr/>
          </a:p>
        </p:txBody>
      </p:sp>
      <p:sp>
        <p:nvSpPr>
          <p:cNvPr id="164" name="Picture Placeholder 12"/>
          <p:cNvSpPr>
            <a:spLocks noGrp="1"/>
          </p:cNvSpPr>
          <p:nvPr>
            <p:ph type="pic" idx="21"/>
          </p:nvPr>
        </p:nvSpPr>
        <p:spPr>
          <a:xfrm>
            <a:off x="9215383" y="457200"/>
            <a:ext cx="8623301" cy="9372600"/>
          </a:xfrm>
          <a:prstGeom prst="rect">
            <a:avLst/>
          </a:prstGeom>
        </p:spPr>
        <p:txBody>
          <a:bodyPr lIns="91439" rIns="91439"/>
          <a:lstStyle/>
          <a:p>
            <a:endParaRPr/>
          </a:p>
        </p:txBody>
      </p:sp>
      <p:sp>
        <p:nvSpPr>
          <p:cNvPr id="165" name="Body Level One…"/>
          <p:cNvSpPr txBox="1">
            <a:spLocks noGrp="1"/>
          </p:cNvSpPr>
          <p:nvPr>
            <p:ph type="body" sz="quarter" idx="1" hasCustomPrompt="1"/>
          </p:nvPr>
        </p:nvSpPr>
        <p:spPr>
          <a:xfrm>
            <a:off x="372140" y="1233899"/>
            <a:ext cx="8686801" cy="785877"/>
          </a:xfrm>
          <a:prstGeom prst="rect">
            <a:avLst/>
          </a:prstGeom>
        </p:spPr>
        <p:txBody>
          <a:bodyPr>
            <a:normAutofit/>
          </a:bodyPr>
          <a:lstStyle>
            <a:lvl1pPr marL="0" indent="0">
              <a:spcBef>
                <a:spcPts val="1800"/>
              </a:spcBef>
              <a:buSzTx/>
              <a:buFontTx/>
              <a:buNone/>
              <a:defRPr sz="7500" b="1">
                <a:solidFill>
                  <a:srgbClr val="FFFFFF"/>
                </a:solidFill>
              </a:defRPr>
            </a:lvl1pPr>
            <a:lvl2pPr marL="1222601" indent="-765401">
              <a:spcBef>
                <a:spcPts val="1800"/>
              </a:spcBef>
              <a:buFontTx/>
              <a:defRPr sz="7500" b="1">
                <a:solidFill>
                  <a:srgbClr val="FFFFFF"/>
                </a:solidFill>
              </a:defRPr>
            </a:lvl2pPr>
            <a:lvl3pPr marL="1628775" indent="-714375">
              <a:spcBef>
                <a:spcPts val="1800"/>
              </a:spcBef>
              <a:buFontTx/>
              <a:defRPr sz="7500" b="1">
                <a:solidFill>
                  <a:srgbClr val="FFFFFF"/>
                </a:solidFill>
              </a:defRPr>
            </a:lvl3pPr>
            <a:lvl4pPr marL="2228850" indent="-857250">
              <a:spcBef>
                <a:spcPts val="1800"/>
              </a:spcBef>
              <a:buFontTx/>
              <a:defRPr sz="7500" b="1">
                <a:solidFill>
                  <a:srgbClr val="FFFFFF"/>
                </a:solidFill>
              </a:defRPr>
            </a:lvl4pPr>
            <a:lvl5pPr marL="2686050" indent="-857250">
              <a:spcBef>
                <a:spcPts val="1800"/>
              </a:spcBef>
              <a:buFontTx/>
              <a:defRPr sz="7500" b="1">
                <a:solidFill>
                  <a:srgbClr val="FFFFFF"/>
                </a:solidFill>
              </a:defRPr>
            </a:lvl5pPr>
          </a:lstStyle>
          <a:p>
            <a:r>
              <a:t>Section heading</a:t>
            </a:r>
          </a:p>
          <a:p>
            <a:pPr lvl="1"/>
            <a:endParaRPr/>
          </a:p>
          <a:p>
            <a:pPr lvl="2"/>
            <a:endParaRPr/>
          </a:p>
          <a:p>
            <a:pPr lvl="3"/>
            <a:endParaRPr/>
          </a:p>
          <a:p>
            <a:pPr lvl="4"/>
            <a:endParaRPr/>
          </a:p>
        </p:txBody>
      </p:sp>
      <p:sp>
        <p:nvSpPr>
          <p:cNvPr id="166" name="Text Placeholder 7"/>
          <p:cNvSpPr>
            <a:spLocks noGrp="1"/>
          </p:cNvSpPr>
          <p:nvPr>
            <p:ph type="body" sz="quarter" idx="22" hasCustomPrompt="1"/>
          </p:nvPr>
        </p:nvSpPr>
        <p:spPr>
          <a:xfrm>
            <a:off x="351169" y="2228849"/>
            <a:ext cx="8686801" cy="950914"/>
          </a:xfrm>
          <a:prstGeom prst="rect">
            <a:avLst/>
          </a:prstGeom>
        </p:spPr>
        <p:txBody>
          <a:bodyPr>
            <a:normAutofit/>
          </a:bodyPr>
          <a:lstStyle>
            <a:lvl1pPr marL="0" indent="0" defTabSz="740663">
              <a:spcBef>
                <a:spcPts val="1400"/>
              </a:spcBef>
              <a:buSzTx/>
              <a:buFontTx/>
              <a:buNone/>
              <a:defRPr sz="6075" b="1"/>
            </a:lvl1pPr>
          </a:lstStyle>
          <a:p>
            <a:r>
              <a:t>Section subhead</a:t>
            </a:r>
          </a:p>
        </p:txBody>
      </p:sp>
      <p:pic>
        <p:nvPicPr>
          <p:cNvPr id="167" name="Picture 1" descr="Picture 1"/>
          <p:cNvPicPr>
            <a:picLocks noChangeAspect="1"/>
          </p:cNvPicPr>
          <p:nvPr/>
        </p:nvPicPr>
        <p:blipFill>
          <a:blip r:embed="rId3"/>
          <a:srcRect l="29" r="29"/>
          <a:stretch>
            <a:fillRect/>
          </a:stretch>
        </p:blipFill>
        <p:spPr>
          <a:xfrm>
            <a:off x="464557" y="9468546"/>
            <a:ext cx="542891" cy="505090"/>
          </a:xfrm>
          <a:prstGeom prst="rect">
            <a:avLst/>
          </a:prstGeom>
          <a:ln w="12700">
            <a:miter lim="400000"/>
          </a:ln>
        </p:spPr>
      </p:pic>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Section Slide – Text W/ Image Midnight">
    <p:bg>
      <p:bgPr>
        <a:solidFill>
          <a:schemeClr val="accent2"/>
        </a:solidFill>
        <a:effectLst/>
      </p:bgPr>
    </p:bg>
    <p:spTree>
      <p:nvGrpSpPr>
        <p:cNvPr id="1" name=""/>
        <p:cNvGrpSpPr/>
        <p:nvPr/>
      </p:nvGrpSpPr>
      <p:grpSpPr>
        <a:xfrm>
          <a:off x="0" y="0"/>
          <a:ext cx="0" cy="0"/>
          <a:chOff x="0" y="0"/>
          <a:chExt cx="0" cy="0"/>
        </a:xfrm>
      </p:grpSpPr>
      <p:sp>
        <p:nvSpPr>
          <p:cNvPr id="174"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177"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FFFFFF"/>
                </a:solidFill>
              </a:defRPr>
            </a:lvl1pPr>
          </a:lstStyle>
          <a:p>
            <a:fld id="{86CB4B4D-7CA3-9044-876B-883B54F8677D}" type="slidenum">
              <a:t>‹#›</a:t>
            </a:fld>
            <a:endParaRPr/>
          </a:p>
        </p:txBody>
      </p:sp>
      <p:sp>
        <p:nvSpPr>
          <p:cNvPr id="178" name="Picture Placeholder 12"/>
          <p:cNvSpPr>
            <a:spLocks noGrp="1"/>
          </p:cNvSpPr>
          <p:nvPr>
            <p:ph type="pic" idx="21"/>
          </p:nvPr>
        </p:nvSpPr>
        <p:spPr>
          <a:xfrm>
            <a:off x="9215383" y="457200"/>
            <a:ext cx="8623301" cy="9372600"/>
          </a:xfrm>
          <a:prstGeom prst="rect">
            <a:avLst/>
          </a:prstGeom>
        </p:spPr>
        <p:txBody>
          <a:bodyPr lIns="91439" rIns="91439"/>
          <a:lstStyle/>
          <a:p>
            <a:endParaRPr/>
          </a:p>
        </p:txBody>
      </p:sp>
      <p:sp>
        <p:nvSpPr>
          <p:cNvPr id="179" name="Body Level One…"/>
          <p:cNvSpPr txBox="1">
            <a:spLocks noGrp="1"/>
          </p:cNvSpPr>
          <p:nvPr>
            <p:ph type="body" sz="quarter" idx="1" hasCustomPrompt="1"/>
          </p:nvPr>
        </p:nvSpPr>
        <p:spPr>
          <a:xfrm>
            <a:off x="372140" y="1233899"/>
            <a:ext cx="8686801" cy="785877"/>
          </a:xfrm>
          <a:prstGeom prst="rect">
            <a:avLst/>
          </a:prstGeom>
        </p:spPr>
        <p:txBody>
          <a:bodyPr>
            <a:normAutofit/>
          </a:bodyPr>
          <a:lstStyle>
            <a:lvl1pPr marL="0" indent="0">
              <a:spcBef>
                <a:spcPts val="1800"/>
              </a:spcBef>
              <a:buSzTx/>
              <a:buFontTx/>
              <a:buNone/>
              <a:defRPr sz="7500" b="1">
                <a:solidFill>
                  <a:schemeClr val="accent1"/>
                </a:solidFill>
              </a:defRPr>
            </a:lvl1pPr>
            <a:lvl2pPr marL="1222601" indent="-765401">
              <a:spcBef>
                <a:spcPts val="1800"/>
              </a:spcBef>
              <a:buFontTx/>
              <a:defRPr sz="7500" b="1">
                <a:solidFill>
                  <a:schemeClr val="accent1"/>
                </a:solidFill>
              </a:defRPr>
            </a:lvl2pPr>
            <a:lvl3pPr marL="1628775" indent="-714375">
              <a:spcBef>
                <a:spcPts val="1800"/>
              </a:spcBef>
              <a:buFontTx/>
              <a:defRPr sz="7500" b="1">
                <a:solidFill>
                  <a:schemeClr val="accent1"/>
                </a:solidFill>
              </a:defRPr>
            </a:lvl3pPr>
            <a:lvl4pPr marL="2228850" indent="-857250">
              <a:spcBef>
                <a:spcPts val="1800"/>
              </a:spcBef>
              <a:buFontTx/>
              <a:defRPr sz="7500" b="1">
                <a:solidFill>
                  <a:schemeClr val="accent1"/>
                </a:solidFill>
              </a:defRPr>
            </a:lvl4pPr>
            <a:lvl5pPr marL="2686050" indent="-857250">
              <a:spcBef>
                <a:spcPts val="1800"/>
              </a:spcBef>
              <a:buFontTx/>
              <a:defRPr sz="7500" b="1">
                <a:solidFill>
                  <a:schemeClr val="accent1"/>
                </a:solidFill>
              </a:defRPr>
            </a:lvl5pPr>
          </a:lstStyle>
          <a:p>
            <a:r>
              <a:t>Section heading</a:t>
            </a:r>
          </a:p>
          <a:p>
            <a:pPr lvl="1"/>
            <a:endParaRPr/>
          </a:p>
          <a:p>
            <a:pPr lvl="2"/>
            <a:endParaRPr/>
          </a:p>
          <a:p>
            <a:pPr lvl="3"/>
            <a:endParaRPr/>
          </a:p>
          <a:p>
            <a:pPr lvl="4"/>
            <a:endParaRPr/>
          </a:p>
        </p:txBody>
      </p:sp>
      <p:sp>
        <p:nvSpPr>
          <p:cNvPr id="180" name="Text Placeholder 7"/>
          <p:cNvSpPr>
            <a:spLocks noGrp="1"/>
          </p:cNvSpPr>
          <p:nvPr>
            <p:ph type="body" sz="quarter" idx="22" hasCustomPrompt="1"/>
          </p:nvPr>
        </p:nvSpPr>
        <p:spPr>
          <a:xfrm>
            <a:off x="351169" y="2228849"/>
            <a:ext cx="8686801" cy="950914"/>
          </a:xfrm>
          <a:prstGeom prst="rect">
            <a:avLst/>
          </a:prstGeom>
        </p:spPr>
        <p:txBody>
          <a:bodyPr>
            <a:normAutofit/>
          </a:bodyPr>
          <a:lstStyle>
            <a:lvl1pPr marL="0" indent="0" defTabSz="740663">
              <a:spcBef>
                <a:spcPts val="1400"/>
              </a:spcBef>
              <a:buSzTx/>
              <a:buFontTx/>
              <a:buNone/>
              <a:defRPr sz="6075" b="1">
                <a:solidFill>
                  <a:srgbClr val="FFFFFF"/>
                </a:solidFill>
              </a:defRPr>
            </a:lvl1pPr>
          </a:lstStyle>
          <a:p>
            <a:r>
              <a:t>Section subhead</a:t>
            </a:r>
          </a:p>
        </p:txBody>
      </p:sp>
      <p:pic>
        <p:nvPicPr>
          <p:cNvPr id="181" name="Picture 12" descr="Picture 12"/>
          <p:cNvPicPr>
            <a:picLocks noChangeAspect="1"/>
          </p:cNvPicPr>
          <p:nvPr/>
        </p:nvPicPr>
        <p:blipFill>
          <a:blip r:embed="rId3"/>
          <a:stretch>
            <a:fillRect/>
          </a:stretch>
        </p:blipFill>
        <p:spPr>
          <a:xfrm>
            <a:off x="461728" y="9468546"/>
            <a:ext cx="543208" cy="371670"/>
          </a:xfrm>
          <a:prstGeom prst="rect">
            <a:avLst/>
          </a:prstGeom>
          <a:ln w="12700">
            <a:miter lim="400000"/>
          </a:ln>
        </p:spPr>
      </p:pic>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Section Slide – Full Bleed Image">
    <p:bg>
      <p:bgPr>
        <a:solidFill>
          <a:schemeClr val="tx2"/>
        </a:solidFill>
        <a:effectLst/>
      </p:bgPr>
    </p:bg>
    <p:spTree>
      <p:nvGrpSpPr>
        <p:cNvPr id="1" name=""/>
        <p:cNvGrpSpPr/>
        <p:nvPr/>
      </p:nvGrpSpPr>
      <p:grpSpPr>
        <a:xfrm>
          <a:off x="0" y="0"/>
          <a:ext cx="0" cy="0"/>
          <a:chOff x="0" y="0"/>
          <a:chExt cx="0" cy="0"/>
        </a:xfrm>
      </p:grpSpPr>
      <p:sp>
        <p:nvSpPr>
          <p:cNvPr id="188" name="Picture Placeholder 12"/>
          <p:cNvSpPr>
            <a:spLocks noGrp="1"/>
          </p:cNvSpPr>
          <p:nvPr>
            <p:ph type="pic" idx="21"/>
          </p:nvPr>
        </p:nvSpPr>
        <p:spPr>
          <a:xfrm>
            <a:off x="0" y="0"/>
            <a:ext cx="18288000" cy="10305290"/>
          </a:xfrm>
          <a:prstGeom prst="rect">
            <a:avLst/>
          </a:prstGeom>
        </p:spPr>
        <p:txBody>
          <a:bodyPr lIns="91439" rIns="91439"/>
          <a:lstStyle/>
          <a:p>
            <a:endParaRPr dirty="0"/>
          </a:p>
        </p:txBody>
      </p:sp>
      <p:sp>
        <p:nvSpPr>
          <p:cNvPr id="189"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193"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FFFFFF"/>
                </a:solidFill>
              </a:defRPr>
            </a:lvl1pPr>
          </a:lstStyle>
          <a:p>
            <a:fld id="{86CB4B4D-7CA3-9044-876B-883B54F8677D}" type="slidenum">
              <a:t>‹#›</a:t>
            </a:fld>
            <a:endParaRPr/>
          </a:p>
        </p:txBody>
      </p:sp>
      <p:sp>
        <p:nvSpPr>
          <p:cNvPr id="194" name="Body Level One…"/>
          <p:cNvSpPr txBox="1">
            <a:spLocks noGrp="1"/>
          </p:cNvSpPr>
          <p:nvPr>
            <p:ph type="body" sz="quarter" idx="1" hasCustomPrompt="1"/>
          </p:nvPr>
        </p:nvSpPr>
        <p:spPr>
          <a:xfrm>
            <a:off x="372140" y="1233899"/>
            <a:ext cx="8686801" cy="785877"/>
          </a:xfrm>
          <a:prstGeom prst="rect">
            <a:avLst/>
          </a:prstGeom>
        </p:spPr>
        <p:txBody>
          <a:bodyPr>
            <a:normAutofit/>
          </a:bodyPr>
          <a:lstStyle>
            <a:lvl1pPr marL="0" indent="0">
              <a:spcBef>
                <a:spcPts val="1800"/>
              </a:spcBef>
              <a:buSzTx/>
              <a:buFontTx/>
              <a:buNone/>
              <a:defRPr sz="7500" b="1">
                <a:solidFill>
                  <a:schemeClr val="accent1"/>
                </a:solidFill>
              </a:defRPr>
            </a:lvl1pPr>
            <a:lvl2pPr marL="1222601" indent="-765401">
              <a:spcBef>
                <a:spcPts val="1800"/>
              </a:spcBef>
              <a:buFontTx/>
              <a:defRPr sz="7500" b="1">
                <a:solidFill>
                  <a:schemeClr val="accent1"/>
                </a:solidFill>
              </a:defRPr>
            </a:lvl2pPr>
            <a:lvl3pPr marL="1628775" indent="-714375">
              <a:spcBef>
                <a:spcPts val="1800"/>
              </a:spcBef>
              <a:buFontTx/>
              <a:defRPr sz="7500" b="1">
                <a:solidFill>
                  <a:schemeClr val="accent1"/>
                </a:solidFill>
              </a:defRPr>
            </a:lvl3pPr>
            <a:lvl4pPr marL="2228850" indent="-857250">
              <a:spcBef>
                <a:spcPts val="1800"/>
              </a:spcBef>
              <a:buFontTx/>
              <a:defRPr sz="7500" b="1">
                <a:solidFill>
                  <a:schemeClr val="accent1"/>
                </a:solidFill>
              </a:defRPr>
            </a:lvl4pPr>
            <a:lvl5pPr marL="2686050" indent="-857250">
              <a:spcBef>
                <a:spcPts val="1800"/>
              </a:spcBef>
              <a:buFontTx/>
              <a:defRPr sz="7500" b="1">
                <a:solidFill>
                  <a:schemeClr val="accent1"/>
                </a:solidFill>
              </a:defRPr>
            </a:lvl5pPr>
          </a:lstStyle>
          <a:p>
            <a:r>
              <a:rPr dirty="0"/>
              <a:t>Section heading</a:t>
            </a:r>
          </a:p>
          <a:p>
            <a:pPr lvl="1"/>
            <a:endParaRPr dirty="0"/>
          </a:p>
          <a:p>
            <a:pPr lvl="2"/>
            <a:endParaRPr dirty="0"/>
          </a:p>
          <a:p>
            <a:pPr lvl="3"/>
            <a:endParaRPr dirty="0"/>
          </a:p>
          <a:p>
            <a:pPr lvl="4"/>
            <a:endParaRPr dirty="0"/>
          </a:p>
        </p:txBody>
      </p:sp>
      <p:sp>
        <p:nvSpPr>
          <p:cNvPr id="195" name="Text Placeholder 7"/>
          <p:cNvSpPr>
            <a:spLocks noGrp="1"/>
          </p:cNvSpPr>
          <p:nvPr>
            <p:ph type="body" sz="quarter" idx="22" hasCustomPrompt="1"/>
          </p:nvPr>
        </p:nvSpPr>
        <p:spPr>
          <a:xfrm>
            <a:off x="351169" y="2228849"/>
            <a:ext cx="8686801" cy="950914"/>
          </a:xfrm>
          <a:prstGeom prst="rect">
            <a:avLst/>
          </a:prstGeom>
        </p:spPr>
        <p:txBody>
          <a:bodyPr>
            <a:normAutofit/>
          </a:bodyPr>
          <a:lstStyle>
            <a:lvl1pPr marL="0" indent="0" defTabSz="740663">
              <a:spcBef>
                <a:spcPts val="1400"/>
              </a:spcBef>
              <a:buSzTx/>
              <a:buFontTx/>
              <a:buNone/>
              <a:defRPr sz="6075" b="1">
                <a:solidFill>
                  <a:srgbClr val="FFFFFF"/>
                </a:solidFill>
              </a:defRPr>
            </a:lvl1pPr>
          </a:lstStyle>
          <a:p>
            <a:r>
              <a:t>Section subhead</a:t>
            </a:r>
          </a:p>
        </p:txBody>
      </p:sp>
      <p:pic>
        <p:nvPicPr>
          <p:cNvPr id="196" name="Picture 7" descr="Picture 7"/>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Single Column No Image">
    <p:spTree>
      <p:nvGrpSpPr>
        <p:cNvPr id="1" name=""/>
        <p:cNvGrpSpPr/>
        <p:nvPr/>
      </p:nvGrpSpPr>
      <p:grpSpPr>
        <a:xfrm>
          <a:off x="0" y="0"/>
          <a:ext cx="0" cy="0"/>
          <a:chOff x="0" y="0"/>
          <a:chExt cx="0" cy="0"/>
        </a:xfrm>
      </p:grpSpPr>
      <p:sp>
        <p:nvSpPr>
          <p:cNvPr id="203"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207"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208" name="Body Level One…"/>
          <p:cNvSpPr txBox="1">
            <a:spLocks noGrp="1"/>
          </p:cNvSpPr>
          <p:nvPr>
            <p:ph type="body" sz="half" idx="1" hasCustomPrompt="1"/>
          </p:nvPr>
        </p:nvSpPr>
        <p:spPr>
          <a:xfrm>
            <a:off x="368711" y="2267361"/>
            <a:ext cx="10372726" cy="4622801"/>
          </a:xfrm>
          <a:prstGeom prst="rect">
            <a:avLst/>
          </a:prstGeom>
        </p:spPr>
        <p:txBody>
          <a:bodyPr>
            <a:normAutofit/>
          </a:bodyPr>
          <a:lstStyle>
            <a:lvl1pPr marL="0" indent="0">
              <a:lnSpc>
                <a:spcPts val="3200"/>
              </a:lnSpc>
              <a:spcBef>
                <a:spcPts val="600"/>
              </a:spcBef>
              <a:buSzTx/>
              <a:buFontTx/>
              <a:buNone/>
              <a:defRPr sz="2500"/>
            </a:lvl1pPr>
            <a:lvl2pPr marL="712333" indent="-255133">
              <a:lnSpc>
                <a:spcPts val="3200"/>
              </a:lnSpc>
              <a:spcBef>
                <a:spcPts val="600"/>
              </a:spcBef>
              <a:buFontTx/>
              <a:defRPr sz="2500"/>
            </a:lvl2pPr>
            <a:lvl3pPr marL="1152525" indent="-238125">
              <a:lnSpc>
                <a:spcPts val="3200"/>
              </a:lnSpc>
              <a:spcBef>
                <a:spcPts val="600"/>
              </a:spcBef>
              <a:buFontTx/>
              <a:defRPr sz="2500"/>
            </a:lvl3pPr>
            <a:lvl4pPr marL="1657350" indent="-285750">
              <a:lnSpc>
                <a:spcPts val="3200"/>
              </a:lnSpc>
              <a:spcBef>
                <a:spcPts val="600"/>
              </a:spcBef>
              <a:buFontTx/>
              <a:defRPr sz="2500"/>
            </a:lvl4pPr>
            <a:lvl5pPr marL="2114550" indent="-285750">
              <a:lnSpc>
                <a:spcPts val="3200"/>
              </a:lnSpc>
              <a:spcBef>
                <a:spcPts val="600"/>
              </a:spcBef>
              <a:buFontTx/>
              <a:defRPr sz="2500"/>
            </a:lvl5pPr>
          </a:lstStyle>
          <a:p>
            <a:r>
              <a:t>Andandelibus vit lationsequia niendic to ommolore in eaque nos nimin etum faccae lab iuntotatios moluptam quiae. Nam dollandia quibusdae porerum ullendunt, te quidebita volorae aris con none vellace aquidi nate im repudanis modia coreprae ne mos a nonsequia nestibustist omni intota voloratem quatus duscius eum harum eum nonem quam dunt pra ipsum quunti nihictu repratus essit, con comnietur, sequaes sitasit, nis am re vent vel moditis vides eaquis dolut quamus arum quasim ut od uta pliquis quassum et accust, solest adi occuptate pe eum idelictus adigenditi doluptiorem eum vit vent aut que nos maxim illoribus pelluptatem ndanimi, volorum, nobisto blabo.</a:t>
            </a:r>
          </a:p>
          <a:p>
            <a:pPr lvl="1"/>
            <a:endParaRPr/>
          </a:p>
          <a:p>
            <a:pPr lvl="2"/>
            <a:endParaRPr/>
          </a:p>
          <a:p>
            <a:pPr lvl="3"/>
            <a:endParaRPr/>
          </a:p>
          <a:p>
            <a:pPr lvl="4"/>
            <a:endParaRPr/>
          </a:p>
        </p:txBody>
      </p:sp>
      <p:sp>
        <p:nvSpPr>
          <p:cNvPr id="209" name="Text Placeholder 8"/>
          <p:cNvSpPr>
            <a:spLocks noGrp="1"/>
          </p:cNvSpPr>
          <p:nvPr>
            <p:ph type="body" sz="quarter" idx="21" hasCustomPrompt="1"/>
          </p:nvPr>
        </p:nvSpPr>
        <p:spPr>
          <a:xfrm>
            <a:off x="351325" y="316526"/>
            <a:ext cx="3477726" cy="534988"/>
          </a:xfrm>
          <a:prstGeom prst="rect">
            <a:avLst/>
          </a:prstGeom>
        </p:spPr>
        <p:txBody>
          <a:bodyPr>
            <a:normAutofit/>
          </a:bodyPr>
          <a:lstStyle>
            <a:lvl1pPr marL="0" indent="0" defTabSz="896111">
              <a:buSzTx/>
              <a:buFontTx/>
              <a:buNone/>
              <a:defRPr sz="3136" b="1">
                <a:solidFill>
                  <a:srgbClr val="E00600"/>
                </a:solidFill>
              </a:defRPr>
            </a:lvl1pPr>
          </a:lstStyle>
          <a:p>
            <a:r>
              <a:t>Slide heading</a:t>
            </a:r>
          </a:p>
        </p:txBody>
      </p:sp>
      <p:sp>
        <p:nvSpPr>
          <p:cNvPr id="210" name="Text Placeholder 8"/>
          <p:cNvSpPr>
            <a:spLocks noGrp="1"/>
          </p:cNvSpPr>
          <p:nvPr>
            <p:ph type="body" sz="quarter" idx="22"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pic>
        <p:nvPicPr>
          <p:cNvPr id="211" name="Picture 8" descr="Picture 8"/>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Single Column W/ Bulleted List">
    <p:spTree>
      <p:nvGrpSpPr>
        <p:cNvPr id="1" name=""/>
        <p:cNvGrpSpPr/>
        <p:nvPr/>
      </p:nvGrpSpPr>
      <p:grpSpPr>
        <a:xfrm>
          <a:off x="0" y="0"/>
          <a:ext cx="0" cy="0"/>
          <a:chOff x="0" y="0"/>
          <a:chExt cx="0" cy="0"/>
        </a:xfrm>
      </p:grpSpPr>
      <p:sp>
        <p:nvSpPr>
          <p:cNvPr id="218"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222"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223" name="Body Level One…"/>
          <p:cNvSpPr txBox="1">
            <a:spLocks noGrp="1"/>
          </p:cNvSpPr>
          <p:nvPr>
            <p:ph type="body" sz="half" idx="1" hasCustomPrompt="1"/>
          </p:nvPr>
        </p:nvSpPr>
        <p:spPr>
          <a:xfrm>
            <a:off x="379710" y="2243597"/>
            <a:ext cx="10372726" cy="5573714"/>
          </a:xfrm>
          <a:prstGeom prst="rect">
            <a:avLst/>
          </a:prstGeom>
        </p:spPr>
        <p:txBody>
          <a:bodyPr>
            <a:normAutofit/>
          </a:bodyPr>
          <a:lstStyle>
            <a:lvl1pPr marL="342900" indent="-342900">
              <a:lnSpc>
                <a:spcPts val="3200"/>
              </a:lnSpc>
              <a:spcBef>
                <a:spcPts val="600"/>
              </a:spcBef>
              <a:buFont typeface="Arial Unicode MS"/>
              <a:buChar char="⁃"/>
              <a:defRPr sz="2500"/>
            </a:lvl1pPr>
            <a:lvl2pPr marL="712333" indent="-255133">
              <a:lnSpc>
                <a:spcPts val="3200"/>
              </a:lnSpc>
              <a:spcBef>
                <a:spcPts val="600"/>
              </a:spcBef>
              <a:buFont typeface="Arial Unicode MS"/>
              <a:defRPr sz="2500"/>
            </a:lvl2pPr>
            <a:lvl3pPr marL="1152525" indent="-238125">
              <a:lnSpc>
                <a:spcPts val="3200"/>
              </a:lnSpc>
              <a:spcBef>
                <a:spcPts val="600"/>
              </a:spcBef>
              <a:buFont typeface="Arial Unicode MS"/>
              <a:defRPr sz="2500"/>
            </a:lvl3pPr>
            <a:lvl4pPr marL="1657350" indent="-285750">
              <a:lnSpc>
                <a:spcPts val="3200"/>
              </a:lnSpc>
              <a:spcBef>
                <a:spcPts val="600"/>
              </a:spcBef>
              <a:buFont typeface="Arial Unicode MS"/>
              <a:defRPr sz="2500"/>
            </a:lvl4pPr>
            <a:lvl5pPr marL="2114550" indent="-285750">
              <a:lnSpc>
                <a:spcPts val="3200"/>
              </a:lnSpc>
              <a:spcBef>
                <a:spcPts val="600"/>
              </a:spcBef>
              <a:buFont typeface="Arial Unicode MS"/>
              <a:defRPr sz="2500"/>
            </a:lvl5pPr>
          </a:lstStyle>
          <a:p>
            <a:r>
              <a:t>Andandelibus vit lationsequia niendic to ommolore in eaque nos nimin etum faccae lab iuntotatios moluptam quiae. </a:t>
            </a:r>
          </a:p>
          <a:p>
            <a:pPr lvl="1"/>
            <a:endParaRPr/>
          </a:p>
          <a:p>
            <a:pPr lvl="2"/>
            <a:endParaRPr/>
          </a:p>
          <a:p>
            <a:pPr lvl="3"/>
            <a:endParaRPr/>
          </a:p>
          <a:p>
            <a:pPr lvl="4"/>
            <a:endParaRPr/>
          </a:p>
        </p:txBody>
      </p:sp>
      <p:sp>
        <p:nvSpPr>
          <p:cNvPr id="224" name="Text Placeholder 8"/>
          <p:cNvSpPr>
            <a:spLocks noGrp="1"/>
          </p:cNvSpPr>
          <p:nvPr>
            <p:ph type="body" sz="quarter" idx="21" hasCustomPrompt="1"/>
          </p:nvPr>
        </p:nvSpPr>
        <p:spPr>
          <a:xfrm>
            <a:off x="351325" y="316526"/>
            <a:ext cx="3477726" cy="534988"/>
          </a:xfrm>
          <a:prstGeom prst="rect">
            <a:avLst/>
          </a:prstGeom>
        </p:spPr>
        <p:txBody>
          <a:bodyPr>
            <a:normAutofit/>
          </a:bodyPr>
          <a:lstStyle>
            <a:lvl1pPr marL="0" indent="0" defTabSz="896111">
              <a:buSzTx/>
              <a:buFontTx/>
              <a:buNone/>
              <a:defRPr sz="3136" b="1">
                <a:solidFill>
                  <a:srgbClr val="E00600"/>
                </a:solidFill>
              </a:defRPr>
            </a:lvl1pPr>
          </a:lstStyle>
          <a:p>
            <a:r>
              <a:t>Slide heading</a:t>
            </a:r>
          </a:p>
        </p:txBody>
      </p:sp>
      <p:sp>
        <p:nvSpPr>
          <p:cNvPr id="225" name="Text Placeholder 8"/>
          <p:cNvSpPr>
            <a:spLocks noGrp="1"/>
          </p:cNvSpPr>
          <p:nvPr>
            <p:ph type="body" sz="quarter" idx="22"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pic>
        <p:nvPicPr>
          <p:cNvPr id="226"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Single Column W/ Image">
    <p:spTree>
      <p:nvGrpSpPr>
        <p:cNvPr id="1" name=""/>
        <p:cNvGrpSpPr/>
        <p:nvPr/>
      </p:nvGrpSpPr>
      <p:grpSpPr>
        <a:xfrm>
          <a:off x="0" y="0"/>
          <a:ext cx="0" cy="0"/>
          <a:chOff x="0" y="0"/>
          <a:chExt cx="0" cy="0"/>
        </a:xfrm>
      </p:grpSpPr>
      <p:sp>
        <p:nvSpPr>
          <p:cNvPr id="233" name="Picture Placeholder 12"/>
          <p:cNvSpPr>
            <a:spLocks noGrp="1"/>
          </p:cNvSpPr>
          <p:nvPr>
            <p:ph type="pic" idx="21"/>
          </p:nvPr>
        </p:nvSpPr>
        <p:spPr>
          <a:xfrm>
            <a:off x="9215383" y="457200"/>
            <a:ext cx="8623301" cy="9372600"/>
          </a:xfrm>
          <a:prstGeom prst="rect">
            <a:avLst/>
          </a:prstGeom>
        </p:spPr>
        <p:txBody>
          <a:bodyPr lIns="91439" rIns="91439"/>
          <a:lstStyle/>
          <a:p>
            <a:endParaRPr/>
          </a:p>
        </p:txBody>
      </p:sp>
      <p:sp>
        <p:nvSpPr>
          <p:cNvPr id="234"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237"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238" name="Body Level One…"/>
          <p:cNvSpPr txBox="1">
            <a:spLocks noGrp="1"/>
          </p:cNvSpPr>
          <p:nvPr>
            <p:ph type="body" sz="quarter" idx="1" hasCustomPrompt="1"/>
          </p:nvPr>
        </p:nvSpPr>
        <p:spPr>
          <a:xfrm>
            <a:off x="351326" y="316526"/>
            <a:ext cx="3477725" cy="534988"/>
          </a:xfrm>
          <a:prstGeom prst="rect">
            <a:avLst/>
          </a:prstGeom>
        </p:spPr>
        <p:txBody>
          <a:bodyPr>
            <a:normAutofit/>
          </a:bodyPr>
          <a:lstStyle>
            <a:lvl1pPr marL="0" indent="0">
              <a:buSzTx/>
              <a:buFontTx/>
              <a:buNone/>
              <a:defRPr b="1">
                <a:solidFill>
                  <a:srgbClr val="E00600"/>
                </a:solidFill>
              </a:defRPr>
            </a:lvl1pPr>
            <a:lvl2pPr>
              <a:buFontTx/>
              <a:defRPr b="1">
                <a:solidFill>
                  <a:srgbClr val="E00600"/>
                </a:solidFill>
              </a:defRPr>
            </a:lvl2pPr>
            <a:lvl3pPr>
              <a:buFontTx/>
              <a:defRPr b="1">
                <a:solidFill>
                  <a:srgbClr val="E00600"/>
                </a:solidFill>
              </a:defRPr>
            </a:lvl3pPr>
            <a:lvl4pPr>
              <a:buFontTx/>
              <a:defRPr b="1">
                <a:solidFill>
                  <a:srgbClr val="E00600"/>
                </a:solidFill>
              </a:defRPr>
            </a:lvl4pPr>
            <a:lvl5pPr>
              <a:buFontTx/>
              <a:defRPr b="1">
                <a:solidFill>
                  <a:srgbClr val="E00600"/>
                </a:solidFill>
              </a:defRPr>
            </a:lvl5pPr>
          </a:lstStyle>
          <a:p>
            <a:r>
              <a:t>Slide heading</a:t>
            </a:r>
          </a:p>
          <a:p>
            <a:pPr lvl="1"/>
            <a:endParaRPr/>
          </a:p>
          <a:p>
            <a:pPr lvl="2"/>
            <a:endParaRPr/>
          </a:p>
          <a:p>
            <a:pPr lvl="3"/>
            <a:endParaRPr/>
          </a:p>
          <a:p>
            <a:pPr lvl="4"/>
            <a:endParaRPr/>
          </a:p>
        </p:txBody>
      </p:sp>
      <p:sp>
        <p:nvSpPr>
          <p:cNvPr id="239" name="Text Placeholder 8"/>
          <p:cNvSpPr>
            <a:spLocks noGrp="1"/>
          </p:cNvSpPr>
          <p:nvPr>
            <p:ph type="body" sz="quarter" idx="22"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sp>
        <p:nvSpPr>
          <p:cNvPr id="240" name="Text Placeholder 10"/>
          <p:cNvSpPr>
            <a:spLocks noGrp="1"/>
          </p:cNvSpPr>
          <p:nvPr>
            <p:ph type="body" sz="half" idx="23" hasCustomPrompt="1"/>
          </p:nvPr>
        </p:nvSpPr>
        <p:spPr>
          <a:xfrm>
            <a:off x="378158" y="2278394"/>
            <a:ext cx="6872288" cy="5573715"/>
          </a:xfrm>
          <a:prstGeom prst="rect">
            <a:avLst/>
          </a:prstGeom>
        </p:spPr>
        <p:txBody>
          <a:bodyPr>
            <a:normAutofit/>
          </a:bodyPr>
          <a:lstStyle>
            <a:lvl1pPr marL="0" indent="0">
              <a:lnSpc>
                <a:spcPts val="3200"/>
              </a:lnSpc>
              <a:spcBef>
                <a:spcPts val="600"/>
              </a:spcBef>
              <a:buSzTx/>
              <a:buFontTx/>
              <a:buNone/>
              <a:defRPr sz="2500"/>
            </a:lvl1pPr>
          </a:lstStyle>
          <a:p>
            <a:r>
              <a:t>Andandelibus vit lationsequia niendic to ommolore in eaque nos nimin etum faccae lab iuntotatios moluptam quiae. Nam dollandia quibusdae porerum ullendunt, te quidebita volorae aris con none vellace aquidi nate im repudanis modia coreprae ne mos a nonsequia nestibustist omni intota voloratem quatus duscius eum harum eum nonem quam dunt pra ipsum quunti nihictu repratus essit, con comnietur, sequaes sitasit, nis am re vent vel moditis vides eaquis dolut quamus arum quasim ut od uta pliquis quassum et accust, solest adi occuptate pe eum idelictus.</a:t>
            </a:r>
          </a:p>
        </p:txBody>
      </p:sp>
      <p:pic>
        <p:nvPicPr>
          <p:cNvPr id="241"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wo Column No Image">
    <p:spTree>
      <p:nvGrpSpPr>
        <p:cNvPr id="1" name=""/>
        <p:cNvGrpSpPr/>
        <p:nvPr/>
      </p:nvGrpSpPr>
      <p:grpSpPr>
        <a:xfrm>
          <a:off x="0" y="0"/>
          <a:ext cx="0" cy="0"/>
          <a:chOff x="0" y="0"/>
          <a:chExt cx="0" cy="0"/>
        </a:xfrm>
      </p:grpSpPr>
      <p:sp>
        <p:nvSpPr>
          <p:cNvPr id="248"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252"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253" name="Body Level One…"/>
          <p:cNvSpPr txBox="1">
            <a:spLocks noGrp="1"/>
          </p:cNvSpPr>
          <p:nvPr>
            <p:ph type="body" sz="quarter" idx="1" hasCustomPrompt="1"/>
          </p:nvPr>
        </p:nvSpPr>
        <p:spPr>
          <a:xfrm>
            <a:off x="351326" y="316526"/>
            <a:ext cx="3477725" cy="534988"/>
          </a:xfrm>
          <a:prstGeom prst="rect">
            <a:avLst/>
          </a:prstGeom>
        </p:spPr>
        <p:txBody>
          <a:bodyPr>
            <a:normAutofit/>
          </a:bodyPr>
          <a:lstStyle>
            <a:lvl1pPr marL="0" indent="0">
              <a:buSzTx/>
              <a:buFontTx/>
              <a:buNone/>
              <a:defRPr b="1">
                <a:solidFill>
                  <a:srgbClr val="E00600"/>
                </a:solidFill>
              </a:defRPr>
            </a:lvl1pPr>
            <a:lvl2pPr>
              <a:buFontTx/>
              <a:defRPr b="1">
                <a:solidFill>
                  <a:srgbClr val="E00600"/>
                </a:solidFill>
              </a:defRPr>
            </a:lvl2pPr>
            <a:lvl3pPr>
              <a:buFontTx/>
              <a:defRPr b="1">
                <a:solidFill>
                  <a:srgbClr val="E00600"/>
                </a:solidFill>
              </a:defRPr>
            </a:lvl3pPr>
            <a:lvl4pPr>
              <a:buFontTx/>
              <a:defRPr b="1">
                <a:solidFill>
                  <a:srgbClr val="E00600"/>
                </a:solidFill>
              </a:defRPr>
            </a:lvl4pPr>
            <a:lvl5pPr>
              <a:buFontTx/>
              <a:defRPr b="1">
                <a:solidFill>
                  <a:srgbClr val="E00600"/>
                </a:solidFill>
              </a:defRPr>
            </a:lvl5pPr>
          </a:lstStyle>
          <a:p>
            <a:r>
              <a:t>Slide heading</a:t>
            </a:r>
          </a:p>
          <a:p>
            <a:pPr lvl="1"/>
            <a:endParaRPr/>
          </a:p>
          <a:p>
            <a:pPr lvl="2"/>
            <a:endParaRPr/>
          </a:p>
          <a:p>
            <a:pPr lvl="3"/>
            <a:endParaRPr/>
          </a:p>
          <a:p>
            <a:pPr lvl="4"/>
            <a:endParaRPr/>
          </a:p>
        </p:txBody>
      </p:sp>
      <p:sp>
        <p:nvSpPr>
          <p:cNvPr id="254" name="Text Placeholder 8"/>
          <p:cNvSpPr>
            <a:spLocks noGrp="1"/>
          </p:cNvSpPr>
          <p:nvPr>
            <p:ph type="body" sz="quarter" idx="21"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sp>
        <p:nvSpPr>
          <p:cNvPr id="255" name="Text Placeholder 10"/>
          <p:cNvSpPr>
            <a:spLocks noGrp="1"/>
          </p:cNvSpPr>
          <p:nvPr>
            <p:ph type="body" idx="22" hasCustomPrompt="1"/>
          </p:nvPr>
        </p:nvSpPr>
        <p:spPr>
          <a:xfrm>
            <a:off x="393403" y="2260844"/>
            <a:ext cx="12185948" cy="6618045"/>
          </a:xfrm>
          <a:prstGeom prst="rect">
            <a:avLst/>
          </a:prstGeom>
        </p:spPr>
        <p:txBody>
          <a:bodyPr numCol="2" spcCol="228600">
            <a:normAutofit/>
          </a:bodyPr>
          <a:lstStyle>
            <a:lvl1pPr marL="0" indent="0">
              <a:spcBef>
                <a:spcPts val="600"/>
              </a:spcBef>
              <a:buSzTx/>
              <a:buFontTx/>
              <a:buNone/>
              <a:defRPr sz="2500"/>
            </a:lvl1pPr>
          </a:lstStyle>
          <a:p>
            <a:r>
              <a:t>Andandelibus vit lationsequia niendic to ommolore in eaque nos nimin etum faccae lab iuntotatios moluptam quiae. Nam dollandia quibusdae porerum ullendunt, te quidebita volorae aris con none vellace aquidi nate im repudanis modia coreprae ne mos a nonsequia nestibustist omni intota voloratem quatus duscius eum harum eum nonem quam dunt pra ipsum quunti nihictu repratus essit. Con comnietur, sequaes sitasit, nis am re vent vel moditis vides eaquis dolut quamus arum quasim ut od uta pliquis quassum et accust, solest adi occuptate pe eum idelictus adigenditi doluptiorem eum vit vent aut que nos maxim illoribus pelluptatem ndanimi, volorum, nobisto blabo. voloratem quatus duscius eum harum eum nonem quam dunt pra ipsum quunti nihictu repratus essit. Con comnietur, sequaes sitasit, nis am re vent vel moditis vides eaquis dolut quamus arum. Nam dollandia quibusdae porerum ullendunt, te quidebita volorae aris con none vellace aquidi nate im repudanis modia coreprae reparatum ellis. Nam dollandia quibusdae porerum ullendunt, te quidebita volorae aris con none vellace aquidi nate im repudanis modia coreprae ne mos a nonsequia nestibustist omni intota voloratem quatus duscius eum harum  quasim ut od uta.</a:t>
            </a:r>
          </a:p>
        </p:txBody>
      </p:sp>
      <p:pic>
        <p:nvPicPr>
          <p:cNvPr id="256"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wo Column W/ Image">
    <p:spTree>
      <p:nvGrpSpPr>
        <p:cNvPr id="1" name=""/>
        <p:cNvGrpSpPr/>
        <p:nvPr/>
      </p:nvGrpSpPr>
      <p:grpSpPr>
        <a:xfrm>
          <a:off x="0" y="0"/>
          <a:ext cx="0" cy="0"/>
          <a:chOff x="0" y="0"/>
          <a:chExt cx="0" cy="0"/>
        </a:xfrm>
      </p:grpSpPr>
      <p:sp>
        <p:nvSpPr>
          <p:cNvPr id="263" name="Picture Placeholder 12"/>
          <p:cNvSpPr>
            <a:spLocks noGrp="1"/>
          </p:cNvSpPr>
          <p:nvPr>
            <p:ph type="pic" sz="half" idx="21"/>
          </p:nvPr>
        </p:nvSpPr>
        <p:spPr>
          <a:xfrm>
            <a:off x="10956925" y="457200"/>
            <a:ext cx="6881759" cy="9372600"/>
          </a:xfrm>
          <a:prstGeom prst="rect">
            <a:avLst/>
          </a:prstGeom>
        </p:spPr>
        <p:txBody>
          <a:bodyPr lIns="91439" rIns="91439"/>
          <a:lstStyle/>
          <a:p>
            <a:endParaRPr/>
          </a:p>
        </p:txBody>
      </p:sp>
      <p:sp>
        <p:nvSpPr>
          <p:cNvPr id="264"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268"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269" name="Body Level One…"/>
          <p:cNvSpPr txBox="1">
            <a:spLocks noGrp="1"/>
          </p:cNvSpPr>
          <p:nvPr>
            <p:ph type="body" sz="quarter" idx="1" hasCustomPrompt="1"/>
          </p:nvPr>
        </p:nvSpPr>
        <p:spPr>
          <a:xfrm>
            <a:off x="351326" y="316526"/>
            <a:ext cx="3477725" cy="534988"/>
          </a:xfrm>
          <a:prstGeom prst="rect">
            <a:avLst/>
          </a:prstGeom>
        </p:spPr>
        <p:txBody>
          <a:bodyPr>
            <a:normAutofit/>
          </a:bodyPr>
          <a:lstStyle>
            <a:lvl1pPr marL="0" indent="0">
              <a:buSzTx/>
              <a:buFontTx/>
              <a:buNone/>
              <a:defRPr b="1">
                <a:solidFill>
                  <a:srgbClr val="E00600"/>
                </a:solidFill>
              </a:defRPr>
            </a:lvl1pPr>
            <a:lvl2pPr>
              <a:buFontTx/>
              <a:defRPr b="1">
                <a:solidFill>
                  <a:srgbClr val="E00600"/>
                </a:solidFill>
              </a:defRPr>
            </a:lvl2pPr>
            <a:lvl3pPr>
              <a:buFontTx/>
              <a:defRPr b="1">
                <a:solidFill>
                  <a:srgbClr val="E00600"/>
                </a:solidFill>
              </a:defRPr>
            </a:lvl3pPr>
            <a:lvl4pPr>
              <a:buFontTx/>
              <a:defRPr b="1">
                <a:solidFill>
                  <a:srgbClr val="E00600"/>
                </a:solidFill>
              </a:defRPr>
            </a:lvl4pPr>
            <a:lvl5pPr>
              <a:buFontTx/>
              <a:defRPr b="1">
                <a:solidFill>
                  <a:srgbClr val="E00600"/>
                </a:solidFill>
              </a:defRPr>
            </a:lvl5pPr>
          </a:lstStyle>
          <a:p>
            <a:r>
              <a:t>Slide heading</a:t>
            </a:r>
          </a:p>
          <a:p>
            <a:pPr lvl="1"/>
            <a:endParaRPr/>
          </a:p>
          <a:p>
            <a:pPr lvl="2"/>
            <a:endParaRPr/>
          </a:p>
          <a:p>
            <a:pPr lvl="3"/>
            <a:endParaRPr/>
          </a:p>
          <a:p>
            <a:pPr lvl="4"/>
            <a:endParaRPr/>
          </a:p>
        </p:txBody>
      </p:sp>
      <p:sp>
        <p:nvSpPr>
          <p:cNvPr id="270" name="Text Placeholder 8"/>
          <p:cNvSpPr>
            <a:spLocks noGrp="1"/>
          </p:cNvSpPr>
          <p:nvPr>
            <p:ph type="body" sz="quarter" idx="22"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sp>
        <p:nvSpPr>
          <p:cNvPr id="271" name="Text Placeholder 14"/>
          <p:cNvSpPr>
            <a:spLocks noGrp="1"/>
          </p:cNvSpPr>
          <p:nvPr>
            <p:ph type="body" sz="half" idx="23" hasCustomPrompt="1"/>
          </p:nvPr>
        </p:nvSpPr>
        <p:spPr>
          <a:xfrm>
            <a:off x="383460" y="2269203"/>
            <a:ext cx="8697040" cy="6523038"/>
          </a:xfrm>
          <a:prstGeom prst="rect">
            <a:avLst/>
          </a:prstGeom>
        </p:spPr>
        <p:txBody>
          <a:bodyPr numCol="2" spcCol="228600">
            <a:normAutofit/>
          </a:bodyPr>
          <a:lstStyle>
            <a:lvl1pPr marL="0" indent="0">
              <a:lnSpc>
                <a:spcPts val="2500"/>
              </a:lnSpc>
              <a:spcBef>
                <a:spcPts val="0"/>
              </a:spcBef>
              <a:buSzTx/>
              <a:buFontTx/>
              <a:buNone/>
              <a:defRPr sz="1800"/>
            </a:lvl1pPr>
          </a:lstStyle>
          <a:p>
            <a:r>
              <a:t>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a:t>
            </a:r>
          </a:p>
        </p:txBody>
      </p:sp>
      <p:pic>
        <p:nvPicPr>
          <p:cNvPr id="272"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hree Column">
    <p:spTree>
      <p:nvGrpSpPr>
        <p:cNvPr id="1" name=""/>
        <p:cNvGrpSpPr/>
        <p:nvPr/>
      </p:nvGrpSpPr>
      <p:grpSpPr>
        <a:xfrm>
          <a:off x="0" y="0"/>
          <a:ext cx="0" cy="0"/>
          <a:chOff x="0" y="0"/>
          <a:chExt cx="0" cy="0"/>
        </a:xfrm>
      </p:grpSpPr>
      <p:sp>
        <p:nvSpPr>
          <p:cNvPr id="279"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283"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284" name="Body Level One…"/>
          <p:cNvSpPr txBox="1">
            <a:spLocks noGrp="1"/>
          </p:cNvSpPr>
          <p:nvPr>
            <p:ph type="body" sz="quarter" idx="1" hasCustomPrompt="1"/>
          </p:nvPr>
        </p:nvSpPr>
        <p:spPr>
          <a:xfrm>
            <a:off x="351326" y="316526"/>
            <a:ext cx="3477725" cy="534988"/>
          </a:xfrm>
          <a:prstGeom prst="rect">
            <a:avLst/>
          </a:prstGeom>
        </p:spPr>
        <p:txBody>
          <a:bodyPr>
            <a:normAutofit/>
          </a:bodyPr>
          <a:lstStyle>
            <a:lvl1pPr marL="0" indent="0">
              <a:buSzTx/>
              <a:buFontTx/>
              <a:buNone/>
              <a:defRPr b="1">
                <a:solidFill>
                  <a:srgbClr val="E00600"/>
                </a:solidFill>
              </a:defRPr>
            </a:lvl1pPr>
            <a:lvl2pPr>
              <a:buFontTx/>
              <a:defRPr b="1">
                <a:solidFill>
                  <a:srgbClr val="E00600"/>
                </a:solidFill>
              </a:defRPr>
            </a:lvl2pPr>
            <a:lvl3pPr>
              <a:buFontTx/>
              <a:defRPr b="1">
                <a:solidFill>
                  <a:srgbClr val="E00600"/>
                </a:solidFill>
              </a:defRPr>
            </a:lvl3pPr>
            <a:lvl4pPr>
              <a:buFontTx/>
              <a:defRPr b="1">
                <a:solidFill>
                  <a:srgbClr val="E00600"/>
                </a:solidFill>
              </a:defRPr>
            </a:lvl4pPr>
            <a:lvl5pPr>
              <a:buFontTx/>
              <a:defRPr b="1">
                <a:solidFill>
                  <a:srgbClr val="E00600"/>
                </a:solidFill>
              </a:defRPr>
            </a:lvl5pPr>
          </a:lstStyle>
          <a:p>
            <a:r>
              <a:t>Slide heading</a:t>
            </a:r>
          </a:p>
          <a:p>
            <a:pPr lvl="1"/>
            <a:endParaRPr/>
          </a:p>
          <a:p>
            <a:pPr lvl="2"/>
            <a:endParaRPr/>
          </a:p>
          <a:p>
            <a:pPr lvl="3"/>
            <a:endParaRPr/>
          </a:p>
          <a:p>
            <a:pPr lvl="4"/>
            <a:endParaRPr/>
          </a:p>
        </p:txBody>
      </p:sp>
      <p:sp>
        <p:nvSpPr>
          <p:cNvPr id="285" name="Text Placeholder 8"/>
          <p:cNvSpPr>
            <a:spLocks noGrp="1"/>
          </p:cNvSpPr>
          <p:nvPr>
            <p:ph type="body" sz="quarter" idx="21"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sp>
        <p:nvSpPr>
          <p:cNvPr id="286" name="Text Placeholder 14"/>
          <p:cNvSpPr>
            <a:spLocks noGrp="1"/>
          </p:cNvSpPr>
          <p:nvPr>
            <p:ph type="body" idx="22" hasCustomPrompt="1"/>
          </p:nvPr>
        </p:nvSpPr>
        <p:spPr>
          <a:xfrm>
            <a:off x="383459" y="2269202"/>
            <a:ext cx="13946904" cy="6609685"/>
          </a:xfrm>
          <a:prstGeom prst="rect">
            <a:avLst/>
          </a:prstGeom>
        </p:spPr>
        <p:txBody>
          <a:bodyPr numCol="3" spcCol="114300">
            <a:normAutofit/>
          </a:bodyPr>
          <a:lstStyle>
            <a:lvl1pPr marL="0" indent="0">
              <a:lnSpc>
                <a:spcPts val="2500"/>
              </a:lnSpc>
              <a:spcBef>
                <a:spcPts val="0"/>
              </a:spcBef>
              <a:buSzTx/>
              <a:buFontTx/>
              <a:buNone/>
              <a:defRPr sz="1800"/>
            </a:lvl1pPr>
          </a:lstStyle>
          <a:p>
            <a:r>
              <a:t>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Aliquam erat volutpat. Vestibulum aliquet quam lacus, vel eleifend nibh blandit quis. Etiam sed eleifend magna. Morbi gravida vulputate sollicitudin. Etiam nisl dolor, facilisis nec dolor id. Vestibulum ante ipsum primis in faucibus orci luctus et ultrices posuere cubilia curae; Nulla eu odio vel libero bibendum tristique. Integer rhoncus mauris nec imperdiet faucibus. Etiam nisl dolor, facilisis nec dolor id, egestas mattis lorem. Sed sodales sem nulla, et tempor dolor efficitur sed. Pellentesque ut mauris non lacus tempor iaculis non et ligula. Maecenas ultricies rhoncus eros, non pulvinar neque blandit a. Vestibulum vel rhoncus arcu. Aliquam erat volutpat. Vestibulum aliquet quam lacus, vel eleifend nibh blandit quis. Etiam sed eleifend magna. Morbi gravida vulputate sollicitudin. Etiam nisl dolor, facilisis nec dolor id.</a:t>
            </a:r>
          </a:p>
        </p:txBody>
      </p:sp>
      <p:pic>
        <p:nvPicPr>
          <p:cNvPr id="287" name="Picture 2" descr="Picture 2"/>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Four Column">
    <p:spTree>
      <p:nvGrpSpPr>
        <p:cNvPr id="1" name=""/>
        <p:cNvGrpSpPr/>
        <p:nvPr/>
      </p:nvGrpSpPr>
      <p:grpSpPr>
        <a:xfrm>
          <a:off x="0" y="0"/>
          <a:ext cx="0" cy="0"/>
          <a:chOff x="0" y="0"/>
          <a:chExt cx="0" cy="0"/>
        </a:xfrm>
      </p:grpSpPr>
      <p:sp>
        <p:nvSpPr>
          <p:cNvPr id="294"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298"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299" name="Body Level One…"/>
          <p:cNvSpPr txBox="1">
            <a:spLocks noGrp="1"/>
          </p:cNvSpPr>
          <p:nvPr>
            <p:ph type="body" sz="quarter" idx="1" hasCustomPrompt="1"/>
          </p:nvPr>
        </p:nvSpPr>
        <p:spPr>
          <a:xfrm>
            <a:off x="351326" y="316526"/>
            <a:ext cx="3477725" cy="534988"/>
          </a:xfrm>
          <a:prstGeom prst="rect">
            <a:avLst/>
          </a:prstGeom>
        </p:spPr>
        <p:txBody>
          <a:bodyPr>
            <a:normAutofit/>
          </a:bodyPr>
          <a:lstStyle>
            <a:lvl1pPr marL="0" indent="0">
              <a:buSzTx/>
              <a:buFontTx/>
              <a:buNone/>
              <a:defRPr b="1">
                <a:solidFill>
                  <a:srgbClr val="E00600"/>
                </a:solidFill>
              </a:defRPr>
            </a:lvl1pPr>
            <a:lvl2pPr>
              <a:buFontTx/>
              <a:defRPr b="1">
                <a:solidFill>
                  <a:srgbClr val="E00600"/>
                </a:solidFill>
              </a:defRPr>
            </a:lvl2pPr>
            <a:lvl3pPr>
              <a:buFontTx/>
              <a:defRPr b="1">
                <a:solidFill>
                  <a:srgbClr val="E00600"/>
                </a:solidFill>
              </a:defRPr>
            </a:lvl3pPr>
            <a:lvl4pPr>
              <a:buFontTx/>
              <a:defRPr b="1">
                <a:solidFill>
                  <a:srgbClr val="E00600"/>
                </a:solidFill>
              </a:defRPr>
            </a:lvl4pPr>
            <a:lvl5pPr>
              <a:buFontTx/>
              <a:defRPr b="1">
                <a:solidFill>
                  <a:srgbClr val="E00600"/>
                </a:solidFill>
              </a:defRPr>
            </a:lvl5pPr>
          </a:lstStyle>
          <a:p>
            <a:r>
              <a:t>Slide heading</a:t>
            </a:r>
          </a:p>
          <a:p>
            <a:pPr lvl="1"/>
            <a:endParaRPr/>
          </a:p>
          <a:p>
            <a:pPr lvl="2"/>
            <a:endParaRPr/>
          </a:p>
          <a:p>
            <a:pPr lvl="3"/>
            <a:endParaRPr/>
          </a:p>
          <a:p>
            <a:pPr lvl="4"/>
            <a:endParaRPr/>
          </a:p>
        </p:txBody>
      </p:sp>
      <p:sp>
        <p:nvSpPr>
          <p:cNvPr id="300" name="Text Placeholder 8"/>
          <p:cNvSpPr>
            <a:spLocks noGrp="1"/>
          </p:cNvSpPr>
          <p:nvPr>
            <p:ph type="body" sz="quarter" idx="21"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sp>
        <p:nvSpPr>
          <p:cNvPr id="301" name="Text Placeholder 14"/>
          <p:cNvSpPr>
            <a:spLocks noGrp="1"/>
          </p:cNvSpPr>
          <p:nvPr>
            <p:ph type="body" idx="22" hasCustomPrompt="1"/>
          </p:nvPr>
        </p:nvSpPr>
        <p:spPr>
          <a:xfrm>
            <a:off x="383458" y="2269202"/>
            <a:ext cx="17447342" cy="6609685"/>
          </a:xfrm>
          <a:prstGeom prst="rect">
            <a:avLst/>
          </a:prstGeom>
        </p:spPr>
        <p:txBody>
          <a:bodyPr numCol="4" spcCol="76200">
            <a:normAutofit/>
          </a:bodyPr>
          <a:lstStyle>
            <a:lvl1pPr marL="0" indent="0">
              <a:lnSpc>
                <a:spcPts val="2500"/>
              </a:lnSpc>
              <a:spcBef>
                <a:spcPts val="0"/>
              </a:spcBef>
              <a:buSzTx/>
              <a:buFontTx/>
              <a:buNone/>
              <a:defRPr sz="1800"/>
            </a:lvl1pPr>
          </a:lstStyle>
          <a:p>
            <a:r>
              <a:t>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Aliquam erat volutpat. Vestibulum aliquet quam lacus, vel eleifend nibh blandit quis. Etiam sed eleifend magna. Morbi gravida vulputate sollicitudin. Etiam nisl dolor, facilisis nec dolor id. Vestibulum ante ipsum primis in faucibus orci luctus et ultrices posuere cubilia curae; Nulla eu odio vel libero bibendum tristique. Integer rhoncus mauris nec imperdiet faucibus. Etiam nisl dolor, facilisis nec dolor id, egestas mattis lorem. Sed sodales sem nulla, et tempor dolor efficitur sed. Pellentesque ut mauris non lacus tempor iaculis non et ligula. Maecenas ultricies rhoncus eros, non pulvinar neque blandit a. Vestibulum vel rhoncus arcu. Aliquam erat volutpat. Vestibulum aliquet quam lacus, vel eleifend nibh blandit quis. Etiam sed eleifend magna. Morbi gravida vulputate sollicitudin. Etiam nisl dolor, facilisis nec dolor id.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a:t>
            </a:r>
          </a:p>
        </p:txBody>
      </p:sp>
      <p:pic>
        <p:nvPicPr>
          <p:cNvPr id="302"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Content Slide – Full Bleed Image">
    <p:spTree>
      <p:nvGrpSpPr>
        <p:cNvPr id="1" name=""/>
        <p:cNvGrpSpPr/>
        <p:nvPr/>
      </p:nvGrpSpPr>
      <p:grpSpPr>
        <a:xfrm>
          <a:off x="0" y="0"/>
          <a:ext cx="0" cy="0"/>
          <a:chOff x="0" y="0"/>
          <a:chExt cx="0" cy="0"/>
        </a:xfrm>
      </p:grpSpPr>
      <p:sp>
        <p:nvSpPr>
          <p:cNvPr id="309" name="Picture Placeholder 12"/>
          <p:cNvSpPr>
            <a:spLocks noGrp="1"/>
          </p:cNvSpPr>
          <p:nvPr>
            <p:ph type="pic" idx="21"/>
          </p:nvPr>
        </p:nvSpPr>
        <p:spPr>
          <a:xfrm>
            <a:off x="0" y="2249214"/>
            <a:ext cx="18288000" cy="7949439"/>
          </a:xfrm>
          <a:prstGeom prst="rect">
            <a:avLst/>
          </a:prstGeom>
        </p:spPr>
        <p:txBody>
          <a:bodyPr lIns="91439" rIns="91439"/>
          <a:lstStyle/>
          <a:p>
            <a:endParaRPr/>
          </a:p>
        </p:txBody>
      </p:sp>
      <p:sp>
        <p:nvSpPr>
          <p:cNvPr id="310"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311" name="TextBox 18"/>
          <p:cNvSpPr txBox="1"/>
          <p:nvPr/>
        </p:nvSpPr>
        <p:spPr>
          <a:xfrm>
            <a:off x="2190056" y="9679347"/>
            <a:ext cx="1864043" cy="1820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4">
                <a:solidFill>
                  <a:srgbClr val="FFFFFF"/>
                </a:solidFill>
              </a:defRPr>
            </a:lvl1pPr>
          </a:lstStyle>
          <a:p>
            <a:r>
              <a:t>Presentation heading</a:t>
            </a:r>
          </a:p>
        </p:txBody>
      </p:sp>
      <p:sp>
        <p:nvSpPr>
          <p:cNvPr id="312" name="TextBox 19"/>
          <p:cNvSpPr txBox="1"/>
          <p:nvPr/>
        </p:nvSpPr>
        <p:spPr>
          <a:xfrm>
            <a:off x="5709406" y="9682312"/>
            <a:ext cx="1004683" cy="1820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4">
                <a:solidFill>
                  <a:srgbClr val="FFFFFF"/>
                </a:solidFill>
              </a:defRPr>
            </a:lvl1pPr>
          </a:lstStyle>
          <a:p>
            <a:r>
              <a:t>05 April 2024</a:t>
            </a:r>
          </a:p>
        </p:txBody>
      </p:sp>
      <p:sp>
        <p:nvSpPr>
          <p:cNvPr id="313" name="TextBox 20"/>
          <p:cNvSpPr txBox="1"/>
          <p:nvPr/>
        </p:nvSpPr>
        <p:spPr>
          <a:xfrm>
            <a:off x="9205914" y="9682312"/>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6">
                <a:solidFill>
                  <a:srgbClr val="FFFFFF"/>
                </a:solidFill>
              </a:defRPr>
            </a:lvl1pPr>
          </a:lstStyle>
          <a:p>
            <a:r>
              <a:t>Proprietary &amp; Confidential</a:t>
            </a:r>
          </a:p>
        </p:txBody>
      </p:sp>
      <p:sp>
        <p:nvSpPr>
          <p:cNvPr id="314"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FFFFFF"/>
                </a:solidFill>
              </a:defRPr>
            </a:lvl1pPr>
          </a:lstStyle>
          <a:p>
            <a:fld id="{86CB4B4D-7CA3-9044-876B-883B54F8677D}" type="slidenum">
              <a:t>‹#›</a:t>
            </a:fld>
            <a:endParaRPr/>
          </a:p>
        </p:txBody>
      </p:sp>
      <p:sp>
        <p:nvSpPr>
          <p:cNvPr id="315" name="Body Level One…"/>
          <p:cNvSpPr txBox="1">
            <a:spLocks noGrp="1"/>
          </p:cNvSpPr>
          <p:nvPr>
            <p:ph type="body" sz="quarter" idx="1" hasCustomPrompt="1"/>
          </p:nvPr>
        </p:nvSpPr>
        <p:spPr>
          <a:xfrm>
            <a:off x="351326" y="316526"/>
            <a:ext cx="3477725" cy="534988"/>
          </a:xfrm>
          <a:prstGeom prst="rect">
            <a:avLst/>
          </a:prstGeom>
        </p:spPr>
        <p:txBody>
          <a:bodyPr>
            <a:normAutofit/>
          </a:bodyPr>
          <a:lstStyle>
            <a:lvl1pPr marL="0" indent="0">
              <a:buSzTx/>
              <a:buFontTx/>
              <a:buNone/>
              <a:defRPr b="1">
                <a:solidFill>
                  <a:srgbClr val="E00600"/>
                </a:solidFill>
              </a:defRPr>
            </a:lvl1pPr>
            <a:lvl2pPr>
              <a:buFontTx/>
              <a:defRPr b="1">
                <a:solidFill>
                  <a:srgbClr val="E00600"/>
                </a:solidFill>
              </a:defRPr>
            </a:lvl2pPr>
            <a:lvl3pPr>
              <a:buFontTx/>
              <a:defRPr b="1">
                <a:solidFill>
                  <a:srgbClr val="E00600"/>
                </a:solidFill>
              </a:defRPr>
            </a:lvl3pPr>
            <a:lvl4pPr>
              <a:buFontTx/>
              <a:defRPr b="1">
                <a:solidFill>
                  <a:srgbClr val="E00600"/>
                </a:solidFill>
              </a:defRPr>
            </a:lvl4pPr>
            <a:lvl5pPr>
              <a:buFontTx/>
              <a:defRPr b="1">
                <a:solidFill>
                  <a:srgbClr val="E00600"/>
                </a:solidFill>
              </a:defRPr>
            </a:lvl5pPr>
          </a:lstStyle>
          <a:p>
            <a:r>
              <a:t>Slide heading</a:t>
            </a:r>
          </a:p>
          <a:p>
            <a:pPr lvl="1"/>
            <a:endParaRPr/>
          </a:p>
          <a:p>
            <a:pPr lvl="2"/>
            <a:endParaRPr/>
          </a:p>
          <a:p>
            <a:pPr lvl="3"/>
            <a:endParaRPr/>
          </a:p>
          <a:p>
            <a:pPr lvl="4"/>
            <a:endParaRPr/>
          </a:p>
        </p:txBody>
      </p:sp>
      <p:sp>
        <p:nvSpPr>
          <p:cNvPr id="316" name="Text Placeholder 8"/>
          <p:cNvSpPr>
            <a:spLocks noGrp="1"/>
          </p:cNvSpPr>
          <p:nvPr>
            <p:ph type="body" sz="quarter" idx="22"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pic>
        <p:nvPicPr>
          <p:cNvPr id="317"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Phases – Pictures And Text">
    <p:spTree>
      <p:nvGrpSpPr>
        <p:cNvPr id="1" name=""/>
        <p:cNvGrpSpPr/>
        <p:nvPr/>
      </p:nvGrpSpPr>
      <p:grpSpPr>
        <a:xfrm>
          <a:off x="0" y="0"/>
          <a:ext cx="0" cy="0"/>
          <a:chOff x="0" y="0"/>
          <a:chExt cx="0" cy="0"/>
        </a:xfrm>
      </p:grpSpPr>
      <p:sp>
        <p:nvSpPr>
          <p:cNvPr id="324"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328"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329" name="Body Level One…"/>
          <p:cNvSpPr txBox="1">
            <a:spLocks noGrp="1"/>
          </p:cNvSpPr>
          <p:nvPr>
            <p:ph type="body" sz="quarter" idx="1" hasCustomPrompt="1"/>
          </p:nvPr>
        </p:nvSpPr>
        <p:spPr>
          <a:xfrm>
            <a:off x="370417" y="6327538"/>
            <a:ext cx="3371851" cy="403226"/>
          </a:xfrm>
          <a:prstGeom prst="rect">
            <a:avLst/>
          </a:prstGeom>
        </p:spPr>
        <p:txBody>
          <a:bodyPr>
            <a:normAutofit/>
          </a:bodyPr>
          <a:lstStyle>
            <a:lvl1pPr marL="0" indent="0">
              <a:spcBef>
                <a:spcPts val="600"/>
              </a:spcBef>
              <a:buSzTx/>
              <a:buFontTx/>
              <a:buNone/>
              <a:defRPr sz="2500" b="1"/>
            </a:lvl1pPr>
            <a:lvl2pPr marL="712333" indent="-255133">
              <a:spcBef>
                <a:spcPts val="600"/>
              </a:spcBef>
              <a:buFontTx/>
              <a:defRPr sz="2500" b="1"/>
            </a:lvl2pPr>
            <a:lvl3pPr marL="1152525" indent="-238125">
              <a:spcBef>
                <a:spcPts val="600"/>
              </a:spcBef>
              <a:buFontTx/>
              <a:defRPr sz="2500" b="1"/>
            </a:lvl3pPr>
            <a:lvl4pPr marL="1657350" indent="-285750">
              <a:spcBef>
                <a:spcPts val="600"/>
              </a:spcBef>
              <a:buFontTx/>
              <a:defRPr sz="2500" b="1"/>
            </a:lvl4pPr>
            <a:lvl5pPr marL="2114550" indent="-285750">
              <a:spcBef>
                <a:spcPts val="600"/>
              </a:spcBef>
              <a:buFontTx/>
              <a:defRPr sz="2500" b="1"/>
            </a:lvl5pPr>
          </a:lstStyle>
          <a:p>
            <a:r>
              <a:t>Phase heading</a:t>
            </a:r>
          </a:p>
          <a:p>
            <a:pPr lvl="1"/>
            <a:endParaRPr/>
          </a:p>
          <a:p>
            <a:pPr lvl="2"/>
            <a:endParaRPr/>
          </a:p>
          <a:p>
            <a:pPr lvl="3"/>
            <a:endParaRPr/>
          </a:p>
          <a:p>
            <a:pPr lvl="4"/>
            <a:endParaRPr/>
          </a:p>
        </p:txBody>
      </p:sp>
      <p:sp>
        <p:nvSpPr>
          <p:cNvPr id="330" name="Text Placeholder 26"/>
          <p:cNvSpPr>
            <a:spLocks noGrp="1"/>
          </p:cNvSpPr>
          <p:nvPr>
            <p:ph type="body" sz="quarter" idx="21" hasCustomPrompt="1"/>
          </p:nvPr>
        </p:nvSpPr>
        <p:spPr>
          <a:xfrm>
            <a:off x="396125" y="7019384"/>
            <a:ext cx="3432926" cy="1573214"/>
          </a:xfrm>
          <a:prstGeom prst="rect">
            <a:avLst/>
          </a:prstGeom>
        </p:spPr>
        <p:txBody>
          <a:bodyPr>
            <a:normAutofit/>
          </a:bodyPr>
          <a:lstStyle>
            <a:lvl1pPr marL="0" indent="0">
              <a:spcBef>
                <a:spcPts val="300"/>
              </a:spcBef>
              <a:buSzTx/>
              <a:buFontTx/>
              <a:buNone/>
              <a:defRPr sz="1300"/>
            </a:lvl1pPr>
          </a:lstStyle>
          <a:p>
            <a:r>
              <a:t>Lorem ipsum dolor sit amet, consectetur adipiscing elit, sed do eiusmod tempor incididunt ut labore et dolore magna aliqua. Ut enim ad minim veniam, quis nostrud. Sed mostrum audio bea vel modi ut lantibust adi ulpa pore con niae volupta tiaspiet explat repudigni incto.</a:t>
            </a:r>
          </a:p>
        </p:txBody>
      </p:sp>
      <p:sp>
        <p:nvSpPr>
          <p:cNvPr id="331" name="Text Placeholder 20"/>
          <p:cNvSpPr>
            <a:spLocks noGrp="1"/>
          </p:cNvSpPr>
          <p:nvPr>
            <p:ph type="body" sz="quarter" idx="22" hasCustomPrompt="1"/>
          </p:nvPr>
        </p:nvSpPr>
        <p:spPr>
          <a:xfrm>
            <a:off x="6476064" y="6327538"/>
            <a:ext cx="3371851" cy="403226"/>
          </a:xfrm>
          <a:prstGeom prst="rect">
            <a:avLst/>
          </a:prstGeom>
        </p:spPr>
        <p:txBody>
          <a:bodyPr>
            <a:normAutofit/>
          </a:bodyPr>
          <a:lstStyle>
            <a:lvl1pPr marL="0" indent="0" defTabSz="822959">
              <a:spcBef>
                <a:spcPts val="500"/>
              </a:spcBef>
              <a:buSzTx/>
              <a:buFontTx/>
              <a:buNone/>
              <a:defRPr sz="2250" b="1"/>
            </a:lvl1pPr>
          </a:lstStyle>
          <a:p>
            <a:r>
              <a:t>Phase heading</a:t>
            </a:r>
          </a:p>
        </p:txBody>
      </p:sp>
      <p:sp>
        <p:nvSpPr>
          <p:cNvPr id="332" name="Text Placeholder 26"/>
          <p:cNvSpPr>
            <a:spLocks noGrp="1"/>
          </p:cNvSpPr>
          <p:nvPr>
            <p:ph type="body" sz="quarter" idx="23" hasCustomPrompt="1"/>
          </p:nvPr>
        </p:nvSpPr>
        <p:spPr>
          <a:xfrm>
            <a:off x="6501772" y="7019384"/>
            <a:ext cx="3432925" cy="1573214"/>
          </a:xfrm>
          <a:prstGeom prst="rect">
            <a:avLst/>
          </a:prstGeom>
        </p:spPr>
        <p:txBody>
          <a:bodyPr>
            <a:normAutofit/>
          </a:bodyPr>
          <a:lstStyle>
            <a:lvl1pPr marL="0" indent="0">
              <a:spcBef>
                <a:spcPts val="300"/>
              </a:spcBef>
              <a:buSzTx/>
              <a:buFontTx/>
              <a:buNone/>
              <a:defRPr sz="1300"/>
            </a:lvl1pPr>
          </a:lstStyle>
          <a:p>
            <a:r>
              <a:t>Lorem ipsum dolor sit amet, consectetur adipiscing elit, sed do eiusmod tempor incididunt ut labore et dolore magna aliqua. Ut enim ad minim veniam, quis nostrud. Sed mostrum audio bea vel modi ut lantibust adi ulpa pore con niae volupta tiaspiet explat repudigni incto.</a:t>
            </a:r>
          </a:p>
        </p:txBody>
      </p:sp>
      <p:sp>
        <p:nvSpPr>
          <p:cNvPr id="333" name="Text Placeholder 20"/>
          <p:cNvSpPr>
            <a:spLocks noGrp="1"/>
          </p:cNvSpPr>
          <p:nvPr>
            <p:ph type="body" sz="quarter" idx="24" hasCustomPrompt="1"/>
          </p:nvPr>
        </p:nvSpPr>
        <p:spPr>
          <a:xfrm>
            <a:off x="12590164" y="6313130"/>
            <a:ext cx="3371851" cy="403226"/>
          </a:xfrm>
          <a:prstGeom prst="rect">
            <a:avLst/>
          </a:prstGeom>
        </p:spPr>
        <p:txBody>
          <a:bodyPr>
            <a:normAutofit/>
          </a:bodyPr>
          <a:lstStyle>
            <a:lvl1pPr marL="0" indent="0" defTabSz="822959">
              <a:spcBef>
                <a:spcPts val="500"/>
              </a:spcBef>
              <a:buSzTx/>
              <a:buFontTx/>
              <a:buNone/>
              <a:defRPr sz="2250" b="1"/>
            </a:lvl1pPr>
          </a:lstStyle>
          <a:p>
            <a:r>
              <a:t>Phase heading</a:t>
            </a:r>
          </a:p>
        </p:txBody>
      </p:sp>
      <p:sp>
        <p:nvSpPr>
          <p:cNvPr id="334" name="Text Placeholder 26"/>
          <p:cNvSpPr>
            <a:spLocks noGrp="1"/>
          </p:cNvSpPr>
          <p:nvPr>
            <p:ph type="body" sz="quarter" idx="25" hasCustomPrompt="1"/>
          </p:nvPr>
        </p:nvSpPr>
        <p:spPr>
          <a:xfrm>
            <a:off x="12615873" y="7004977"/>
            <a:ext cx="3432925" cy="1573214"/>
          </a:xfrm>
          <a:prstGeom prst="rect">
            <a:avLst/>
          </a:prstGeom>
        </p:spPr>
        <p:txBody>
          <a:bodyPr>
            <a:normAutofit/>
          </a:bodyPr>
          <a:lstStyle>
            <a:lvl1pPr marL="0" indent="0">
              <a:spcBef>
                <a:spcPts val="300"/>
              </a:spcBef>
              <a:buSzTx/>
              <a:buFontTx/>
              <a:buNone/>
              <a:defRPr sz="1300"/>
            </a:lvl1pPr>
          </a:lstStyle>
          <a:p>
            <a:r>
              <a:t>Lorem ipsum dolor sit amet, consectetur adipiscing elit, sed do eiusmod tempor incididunt ut labore et dolore magna aliqua. Ut enim ad minim veniam, quis nostrud. Sed mostrum audio bea vel modi ut lantibust adi ulpa pore con niae volupta tiaspiet explat repudigni incto.</a:t>
            </a:r>
          </a:p>
        </p:txBody>
      </p:sp>
      <p:sp>
        <p:nvSpPr>
          <p:cNvPr id="335" name="Picture Placeholder 35"/>
          <p:cNvSpPr>
            <a:spLocks noGrp="1"/>
          </p:cNvSpPr>
          <p:nvPr>
            <p:ph type="pic" sz="quarter" idx="26"/>
          </p:nvPr>
        </p:nvSpPr>
        <p:spPr>
          <a:xfrm>
            <a:off x="465137" y="2354263"/>
            <a:ext cx="5114926" cy="3675063"/>
          </a:xfrm>
          <a:prstGeom prst="rect">
            <a:avLst/>
          </a:prstGeom>
        </p:spPr>
        <p:txBody>
          <a:bodyPr lIns="91439" rIns="91439"/>
          <a:lstStyle/>
          <a:p>
            <a:endParaRPr/>
          </a:p>
        </p:txBody>
      </p:sp>
      <p:sp>
        <p:nvSpPr>
          <p:cNvPr id="336" name="Picture Placeholder 35"/>
          <p:cNvSpPr>
            <a:spLocks noGrp="1"/>
          </p:cNvSpPr>
          <p:nvPr>
            <p:ph type="pic" sz="quarter" idx="27"/>
          </p:nvPr>
        </p:nvSpPr>
        <p:spPr>
          <a:xfrm>
            <a:off x="6609240" y="2360921"/>
            <a:ext cx="5114926" cy="3675064"/>
          </a:xfrm>
          <a:prstGeom prst="rect">
            <a:avLst/>
          </a:prstGeom>
        </p:spPr>
        <p:txBody>
          <a:bodyPr lIns="91439" rIns="91439"/>
          <a:lstStyle/>
          <a:p>
            <a:endParaRPr/>
          </a:p>
        </p:txBody>
      </p:sp>
      <p:sp>
        <p:nvSpPr>
          <p:cNvPr id="337" name="Picture Placeholder 35"/>
          <p:cNvSpPr>
            <a:spLocks noGrp="1"/>
          </p:cNvSpPr>
          <p:nvPr>
            <p:ph type="pic" sz="quarter" idx="28"/>
          </p:nvPr>
        </p:nvSpPr>
        <p:spPr>
          <a:xfrm>
            <a:off x="12733128" y="2373571"/>
            <a:ext cx="5114926" cy="3675064"/>
          </a:xfrm>
          <a:prstGeom prst="rect">
            <a:avLst/>
          </a:prstGeom>
        </p:spPr>
        <p:txBody>
          <a:bodyPr lIns="91439" rIns="91439"/>
          <a:lstStyle/>
          <a:p>
            <a:endParaRPr/>
          </a:p>
        </p:txBody>
      </p:sp>
      <p:sp>
        <p:nvSpPr>
          <p:cNvPr id="338" name="Text Placeholder 8"/>
          <p:cNvSpPr>
            <a:spLocks noGrp="1"/>
          </p:cNvSpPr>
          <p:nvPr>
            <p:ph type="body" sz="quarter" idx="29" hasCustomPrompt="1"/>
          </p:nvPr>
        </p:nvSpPr>
        <p:spPr>
          <a:xfrm>
            <a:off x="351325" y="316526"/>
            <a:ext cx="3477726" cy="534988"/>
          </a:xfrm>
          <a:prstGeom prst="rect">
            <a:avLst/>
          </a:prstGeom>
        </p:spPr>
        <p:txBody>
          <a:bodyPr>
            <a:normAutofit/>
          </a:bodyPr>
          <a:lstStyle>
            <a:lvl1pPr marL="0" indent="0" defTabSz="896111">
              <a:buSzTx/>
              <a:buFontTx/>
              <a:buNone/>
              <a:defRPr sz="3136" b="1">
                <a:solidFill>
                  <a:srgbClr val="E00600"/>
                </a:solidFill>
              </a:defRPr>
            </a:lvl1pPr>
          </a:lstStyle>
          <a:p>
            <a:r>
              <a:t>Slide heading</a:t>
            </a:r>
          </a:p>
        </p:txBody>
      </p:sp>
      <p:sp>
        <p:nvSpPr>
          <p:cNvPr id="339" name="Text Placeholder 8"/>
          <p:cNvSpPr>
            <a:spLocks noGrp="1"/>
          </p:cNvSpPr>
          <p:nvPr>
            <p:ph type="body" sz="quarter" idx="30"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pic>
        <p:nvPicPr>
          <p:cNvPr id="340"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Phases – Large Numbers And Text">
    <p:spTree>
      <p:nvGrpSpPr>
        <p:cNvPr id="1" name=""/>
        <p:cNvGrpSpPr/>
        <p:nvPr/>
      </p:nvGrpSpPr>
      <p:grpSpPr>
        <a:xfrm>
          <a:off x="0" y="0"/>
          <a:ext cx="0" cy="0"/>
          <a:chOff x="0" y="0"/>
          <a:chExt cx="0" cy="0"/>
        </a:xfrm>
      </p:grpSpPr>
      <p:sp>
        <p:nvSpPr>
          <p:cNvPr id="347"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348" name="Rectangle 13"/>
          <p:cNvSpPr/>
          <p:nvPr/>
        </p:nvSpPr>
        <p:spPr>
          <a:xfrm flipV="1">
            <a:off x="2213636" y="2816751"/>
            <a:ext cx="4127814" cy="4662754"/>
          </a:xfrm>
          <a:prstGeom prst="rect">
            <a:avLst/>
          </a:prstGeom>
          <a:solidFill>
            <a:srgbClr val="E00600"/>
          </a:solidFill>
          <a:ln w="12700">
            <a:miter lim="400000"/>
          </a:ln>
        </p:spPr>
        <p:txBody>
          <a:bodyPr lIns="45719" rIns="45719" anchor="ctr"/>
          <a:lstStyle/>
          <a:p>
            <a:pPr algn="ctr">
              <a:defRPr>
                <a:solidFill>
                  <a:srgbClr val="FFFFFF"/>
                </a:solidFill>
              </a:defRPr>
            </a:pPr>
            <a:endParaRPr/>
          </a:p>
        </p:txBody>
      </p:sp>
      <p:sp>
        <p:nvSpPr>
          <p:cNvPr id="349" name="Rectangle 15"/>
          <p:cNvSpPr/>
          <p:nvPr/>
        </p:nvSpPr>
        <p:spPr>
          <a:xfrm flipV="1">
            <a:off x="11932857" y="2807491"/>
            <a:ext cx="4159549" cy="4672011"/>
          </a:xfrm>
          <a:prstGeom prst="rect">
            <a:avLst/>
          </a:prstGeom>
          <a:solidFill>
            <a:srgbClr val="9C9C99"/>
          </a:solidFill>
          <a:ln w="12700">
            <a:miter lim="400000"/>
          </a:ln>
        </p:spPr>
        <p:txBody>
          <a:bodyPr lIns="45719" rIns="45719" anchor="ctr"/>
          <a:lstStyle/>
          <a:p>
            <a:pPr algn="ctr">
              <a:defRPr>
                <a:solidFill>
                  <a:srgbClr val="FFFFFF"/>
                </a:solidFill>
              </a:defRPr>
            </a:pPr>
            <a:endParaRPr/>
          </a:p>
        </p:txBody>
      </p:sp>
      <p:sp>
        <p:nvSpPr>
          <p:cNvPr id="350" name="Rectangle 14"/>
          <p:cNvSpPr/>
          <p:nvPr/>
        </p:nvSpPr>
        <p:spPr>
          <a:xfrm flipV="1">
            <a:off x="7068969" y="2807492"/>
            <a:ext cx="4150064" cy="4662753"/>
          </a:xfrm>
          <a:prstGeom prst="rect">
            <a:avLst/>
          </a:prstGeom>
          <a:solidFill>
            <a:srgbClr val="9C9C99"/>
          </a:solidFill>
          <a:ln w="12700">
            <a:miter lim="400000"/>
          </a:ln>
        </p:spPr>
        <p:txBody>
          <a:bodyPr lIns="45719" rIns="45719" anchor="ctr"/>
          <a:lstStyle/>
          <a:p>
            <a:pPr algn="ctr">
              <a:defRPr>
                <a:solidFill>
                  <a:srgbClr val="FFFFFF"/>
                </a:solidFill>
              </a:defRPr>
            </a:pPr>
            <a:endParaRPr/>
          </a:p>
        </p:txBody>
      </p:sp>
      <p:sp>
        <p:nvSpPr>
          <p:cNvPr id="354"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E00600"/>
                </a:solidFill>
              </a:defRPr>
            </a:lvl1pPr>
          </a:lstStyle>
          <a:p>
            <a:fld id="{86CB4B4D-7CA3-9044-876B-883B54F8677D}" type="slidenum">
              <a:t>‹#›</a:t>
            </a:fld>
            <a:endParaRPr/>
          </a:p>
        </p:txBody>
      </p:sp>
      <p:sp>
        <p:nvSpPr>
          <p:cNvPr id="355" name="Body Level One…"/>
          <p:cNvSpPr txBox="1">
            <a:spLocks noGrp="1"/>
          </p:cNvSpPr>
          <p:nvPr>
            <p:ph type="body" sz="quarter" idx="1" hasCustomPrompt="1"/>
          </p:nvPr>
        </p:nvSpPr>
        <p:spPr>
          <a:xfrm>
            <a:off x="2392422" y="5791086"/>
            <a:ext cx="2682002" cy="439739"/>
          </a:xfrm>
          <a:prstGeom prst="rect">
            <a:avLst/>
          </a:prstGeom>
        </p:spPr>
        <p:txBody>
          <a:bodyPr>
            <a:normAutofit/>
          </a:bodyPr>
          <a:lstStyle>
            <a:lvl1pPr marL="0" indent="0">
              <a:spcBef>
                <a:spcPts val="600"/>
              </a:spcBef>
              <a:buSzTx/>
              <a:buFontTx/>
              <a:buNone/>
              <a:defRPr sz="2500" b="1">
                <a:solidFill>
                  <a:srgbClr val="FFFFFF"/>
                </a:solidFill>
              </a:defRPr>
            </a:lvl1pPr>
            <a:lvl2pPr marL="712333" indent="-255133">
              <a:spcBef>
                <a:spcPts val="600"/>
              </a:spcBef>
              <a:buFontTx/>
              <a:defRPr sz="2500" b="1">
                <a:solidFill>
                  <a:srgbClr val="FFFFFF"/>
                </a:solidFill>
              </a:defRPr>
            </a:lvl2pPr>
            <a:lvl3pPr marL="1152525" indent="-238125">
              <a:spcBef>
                <a:spcPts val="600"/>
              </a:spcBef>
              <a:buFontTx/>
              <a:defRPr sz="2500" b="1">
                <a:solidFill>
                  <a:srgbClr val="FFFFFF"/>
                </a:solidFill>
              </a:defRPr>
            </a:lvl3pPr>
            <a:lvl4pPr marL="1657350" indent="-285750">
              <a:spcBef>
                <a:spcPts val="600"/>
              </a:spcBef>
              <a:buFontTx/>
              <a:defRPr sz="2500" b="1">
                <a:solidFill>
                  <a:srgbClr val="FFFFFF"/>
                </a:solidFill>
              </a:defRPr>
            </a:lvl4pPr>
            <a:lvl5pPr marL="2114550" indent="-285750">
              <a:spcBef>
                <a:spcPts val="600"/>
              </a:spcBef>
              <a:buFontTx/>
              <a:defRPr sz="2500" b="1">
                <a:solidFill>
                  <a:srgbClr val="FFFFFF"/>
                </a:solidFill>
              </a:defRPr>
            </a:lvl5pPr>
          </a:lstStyle>
          <a:p>
            <a:r>
              <a:t>Phase heading</a:t>
            </a:r>
          </a:p>
          <a:p>
            <a:pPr lvl="1"/>
            <a:endParaRPr/>
          </a:p>
          <a:p>
            <a:pPr lvl="2"/>
            <a:endParaRPr/>
          </a:p>
          <a:p>
            <a:pPr lvl="3"/>
            <a:endParaRPr/>
          </a:p>
          <a:p>
            <a:pPr lvl="4"/>
            <a:endParaRPr/>
          </a:p>
        </p:txBody>
      </p:sp>
      <p:sp>
        <p:nvSpPr>
          <p:cNvPr id="356" name="Text Placeholder 40"/>
          <p:cNvSpPr>
            <a:spLocks noGrp="1"/>
          </p:cNvSpPr>
          <p:nvPr>
            <p:ph type="body" sz="quarter" idx="21" hasCustomPrompt="1"/>
          </p:nvPr>
        </p:nvSpPr>
        <p:spPr>
          <a:xfrm>
            <a:off x="2368654" y="6364994"/>
            <a:ext cx="3340753" cy="862014"/>
          </a:xfrm>
          <a:prstGeom prst="rect">
            <a:avLst/>
          </a:prstGeom>
        </p:spPr>
        <p:txBody>
          <a:bodyPr>
            <a:normAutofit/>
          </a:bodyPr>
          <a:lstStyle>
            <a:lvl1pPr marL="0" indent="0">
              <a:spcBef>
                <a:spcPts val="300"/>
              </a:spcBef>
              <a:buSzTx/>
              <a:buFontTx/>
              <a:buNone/>
              <a:defRPr sz="1300">
                <a:solidFill>
                  <a:srgbClr val="FFFFFF"/>
                </a:solidFill>
              </a:defRPr>
            </a:lvl1pPr>
          </a:lstStyle>
          <a:p>
            <a:r>
              <a:t>Lorem ipsum dolor sit amet, consectetur adipiscing elit, sed do eiusmod tempor incididunt ut labore et dolore magna aliqua. Ut enim ad minim veniam, quis.</a:t>
            </a:r>
          </a:p>
        </p:txBody>
      </p:sp>
      <p:sp>
        <p:nvSpPr>
          <p:cNvPr id="357" name="Text Placeholder 34"/>
          <p:cNvSpPr>
            <a:spLocks noGrp="1"/>
          </p:cNvSpPr>
          <p:nvPr>
            <p:ph type="body" sz="quarter" idx="22" hasCustomPrompt="1"/>
          </p:nvPr>
        </p:nvSpPr>
        <p:spPr>
          <a:xfrm>
            <a:off x="7237593" y="5788209"/>
            <a:ext cx="2682002" cy="439739"/>
          </a:xfrm>
          <a:prstGeom prst="rect">
            <a:avLst/>
          </a:prstGeom>
        </p:spPr>
        <p:txBody>
          <a:bodyPr>
            <a:normAutofit/>
          </a:bodyPr>
          <a:lstStyle>
            <a:lvl1pPr marL="0" indent="0">
              <a:spcBef>
                <a:spcPts val="600"/>
              </a:spcBef>
              <a:buSzTx/>
              <a:buFontTx/>
              <a:buNone/>
              <a:defRPr sz="2500" b="1">
                <a:solidFill>
                  <a:srgbClr val="71716F"/>
                </a:solidFill>
              </a:defRPr>
            </a:lvl1pPr>
          </a:lstStyle>
          <a:p>
            <a:r>
              <a:t>Phase heading</a:t>
            </a:r>
          </a:p>
        </p:txBody>
      </p:sp>
      <p:sp>
        <p:nvSpPr>
          <p:cNvPr id="358" name="Text Placeholder 40"/>
          <p:cNvSpPr>
            <a:spLocks noGrp="1"/>
          </p:cNvSpPr>
          <p:nvPr>
            <p:ph type="body" sz="quarter" idx="23" hasCustomPrompt="1"/>
          </p:nvPr>
        </p:nvSpPr>
        <p:spPr>
          <a:xfrm>
            <a:off x="7213824" y="6362117"/>
            <a:ext cx="3340752" cy="862014"/>
          </a:xfrm>
          <a:prstGeom prst="rect">
            <a:avLst/>
          </a:prstGeom>
        </p:spPr>
        <p:txBody>
          <a:bodyPr>
            <a:normAutofit/>
          </a:bodyPr>
          <a:lstStyle>
            <a:lvl1pPr marL="0" indent="0">
              <a:spcBef>
                <a:spcPts val="300"/>
              </a:spcBef>
              <a:buSzTx/>
              <a:buFontTx/>
              <a:buNone/>
              <a:defRPr sz="1300">
                <a:solidFill>
                  <a:srgbClr val="71716F"/>
                </a:solidFill>
              </a:defRPr>
            </a:lvl1pPr>
          </a:lstStyle>
          <a:p>
            <a:r>
              <a:t>Lorem ipsum dolor sit amet, consectetur adipiscing elit, sed do eiusmod tempor incididunt ut labore et dolore magna aliqua. Ut enim ad minim veniam, quis.</a:t>
            </a:r>
          </a:p>
        </p:txBody>
      </p:sp>
      <p:sp>
        <p:nvSpPr>
          <p:cNvPr id="359" name="Text Placeholder 34"/>
          <p:cNvSpPr>
            <a:spLocks noGrp="1"/>
          </p:cNvSpPr>
          <p:nvPr>
            <p:ph type="body" sz="quarter" idx="24" hasCustomPrompt="1"/>
          </p:nvPr>
        </p:nvSpPr>
        <p:spPr>
          <a:xfrm>
            <a:off x="12179765" y="5768078"/>
            <a:ext cx="2682002" cy="439739"/>
          </a:xfrm>
          <a:prstGeom prst="rect">
            <a:avLst/>
          </a:prstGeom>
        </p:spPr>
        <p:txBody>
          <a:bodyPr>
            <a:normAutofit/>
          </a:bodyPr>
          <a:lstStyle>
            <a:lvl1pPr marL="0" indent="0">
              <a:spcBef>
                <a:spcPts val="600"/>
              </a:spcBef>
              <a:buSzTx/>
              <a:buFontTx/>
              <a:buNone/>
              <a:defRPr sz="2500" b="1">
                <a:solidFill>
                  <a:srgbClr val="71716F"/>
                </a:solidFill>
              </a:defRPr>
            </a:lvl1pPr>
          </a:lstStyle>
          <a:p>
            <a:r>
              <a:t>Phase heading</a:t>
            </a:r>
          </a:p>
        </p:txBody>
      </p:sp>
      <p:sp>
        <p:nvSpPr>
          <p:cNvPr id="360" name="Text Placeholder 40"/>
          <p:cNvSpPr>
            <a:spLocks noGrp="1"/>
          </p:cNvSpPr>
          <p:nvPr>
            <p:ph type="body" sz="quarter" idx="25" hasCustomPrompt="1"/>
          </p:nvPr>
        </p:nvSpPr>
        <p:spPr>
          <a:xfrm>
            <a:off x="12179765" y="6341988"/>
            <a:ext cx="3340752" cy="862014"/>
          </a:xfrm>
          <a:prstGeom prst="rect">
            <a:avLst/>
          </a:prstGeom>
        </p:spPr>
        <p:txBody>
          <a:bodyPr>
            <a:normAutofit/>
          </a:bodyPr>
          <a:lstStyle>
            <a:lvl1pPr marL="0" indent="0">
              <a:spcBef>
                <a:spcPts val="300"/>
              </a:spcBef>
              <a:buSzTx/>
              <a:buFontTx/>
              <a:buNone/>
              <a:defRPr sz="1300">
                <a:solidFill>
                  <a:srgbClr val="71716F"/>
                </a:solidFill>
              </a:defRPr>
            </a:lvl1pPr>
          </a:lstStyle>
          <a:p>
            <a:r>
              <a:t>Lorem ipsum dolor sit amet, consectetur adipiscing elit, sed do eiusmod tempor incididunt ut labore et dolore magna aliqua. Ut enim ad minim veniam, quis.</a:t>
            </a:r>
          </a:p>
        </p:txBody>
      </p:sp>
      <p:sp>
        <p:nvSpPr>
          <p:cNvPr id="361" name="Text Placeholder 8"/>
          <p:cNvSpPr>
            <a:spLocks noGrp="1"/>
          </p:cNvSpPr>
          <p:nvPr>
            <p:ph type="body" sz="quarter" idx="26" hasCustomPrompt="1"/>
          </p:nvPr>
        </p:nvSpPr>
        <p:spPr>
          <a:xfrm>
            <a:off x="351325" y="316526"/>
            <a:ext cx="3477726" cy="534988"/>
          </a:xfrm>
          <a:prstGeom prst="rect">
            <a:avLst/>
          </a:prstGeom>
        </p:spPr>
        <p:txBody>
          <a:bodyPr>
            <a:normAutofit/>
          </a:bodyPr>
          <a:lstStyle>
            <a:lvl1pPr marL="0" indent="0" defTabSz="896111">
              <a:buSzTx/>
              <a:buFontTx/>
              <a:buNone/>
              <a:defRPr sz="3136" b="1">
                <a:solidFill>
                  <a:srgbClr val="E00600"/>
                </a:solidFill>
              </a:defRPr>
            </a:lvl1pPr>
          </a:lstStyle>
          <a:p>
            <a:r>
              <a:t>Slide heading</a:t>
            </a:r>
          </a:p>
        </p:txBody>
      </p:sp>
      <p:sp>
        <p:nvSpPr>
          <p:cNvPr id="362" name="Text Placeholder 8"/>
          <p:cNvSpPr>
            <a:spLocks noGrp="1"/>
          </p:cNvSpPr>
          <p:nvPr>
            <p:ph type="body" sz="quarter" idx="27" hasCustomPrompt="1"/>
          </p:nvPr>
        </p:nvSpPr>
        <p:spPr>
          <a:xfrm>
            <a:off x="351325" y="838319"/>
            <a:ext cx="3477726" cy="534989"/>
          </a:xfrm>
          <a:prstGeom prst="rect">
            <a:avLst/>
          </a:prstGeom>
        </p:spPr>
        <p:txBody>
          <a:bodyPr>
            <a:normAutofit/>
          </a:bodyPr>
          <a:lstStyle>
            <a:lvl1pPr marL="0" indent="0" defTabSz="896111">
              <a:buSzTx/>
              <a:buFontTx/>
              <a:buNone/>
              <a:defRPr sz="3136">
                <a:solidFill>
                  <a:srgbClr val="E00600"/>
                </a:solidFill>
              </a:defRPr>
            </a:lvl1pPr>
          </a:lstStyle>
          <a:p>
            <a:r>
              <a:t>Slide subhead</a:t>
            </a:r>
          </a:p>
        </p:txBody>
      </p:sp>
      <p:sp>
        <p:nvSpPr>
          <p:cNvPr id="363" name="Text Placeholder 34"/>
          <p:cNvSpPr>
            <a:spLocks noGrp="1"/>
          </p:cNvSpPr>
          <p:nvPr>
            <p:ph type="body" sz="quarter" idx="28" hasCustomPrompt="1"/>
          </p:nvPr>
        </p:nvSpPr>
        <p:spPr>
          <a:xfrm>
            <a:off x="2206624" y="2490447"/>
            <a:ext cx="2682003" cy="2865326"/>
          </a:xfrm>
          <a:prstGeom prst="rect">
            <a:avLst/>
          </a:prstGeom>
        </p:spPr>
        <p:txBody>
          <a:bodyPr>
            <a:normAutofit/>
          </a:bodyPr>
          <a:lstStyle>
            <a:lvl1pPr marL="0" indent="0" defTabSz="868680">
              <a:spcBef>
                <a:spcPts val="4600"/>
              </a:spcBef>
              <a:buSzTx/>
              <a:buFontTx/>
              <a:buNone/>
              <a:defRPr sz="19475" b="1">
                <a:solidFill>
                  <a:schemeClr val="accent2"/>
                </a:solidFill>
              </a:defRPr>
            </a:lvl1pPr>
          </a:lstStyle>
          <a:p>
            <a:r>
              <a:t>1</a:t>
            </a:r>
          </a:p>
        </p:txBody>
      </p:sp>
      <p:sp>
        <p:nvSpPr>
          <p:cNvPr id="364" name="Text Placeholder 34"/>
          <p:cNvSpPr>
            <a:spLocks noGrp="1"/>
          </p:cNvSpPr>
          <p:nvPr>
            <p:ph type="body" sz="quarter" idx="29" hasCustomPrompt="1"/>
          </p:nvPr>
        </p:nvSpPr>
        <p:spPr>
          <a:xfrm>
            <a:off x="7184345" y="2490443"/>
            <a:ext cx="2682002" cy="2865325"/>
          </a:xfrm>
          <a:prstGeom prst="rect">
            <a:avLst/>
          </a:prstGeom>
        </p:spPr>
        <p:txBody>
          <a:bodyPr>
            <a:normAutofit/>
          </a:bodyPr>
          <a:lstStyle>
            <a:lvl1pPr marL="0" indent="0" defTabSz="868680">
              <a:spcBef>
                <a:spcPts val="4600"/>
              </a:spcBef>
              <a:buSzTx/>
              <a:buFontTx/>
              <a:buNone/>
              <a:defRPr sz="19475" b="1">
                <a:solidFill>
                  <a:schemeClr val="accent3"/>
                </a:solidFill>
              </a:defRPr>
            </a:lvl1pPr>
          </a:lstStyle>
          <a:p>
            <a:r>
              <a:t>2</a:t>
            </a:r>
          </a:p>
        </p:txBody>
      </p:sp>
      <p:sp>
        <p:nvSpPr>
          <p:cNvPr id="365" name="Text Placeholder 34"/>
          <p:cNvSpPr>
            <a:spLocks noGrp="1"/>
          </p:cNvSpPr>
          <p:nvPr>
            <p:ph type="body" sz="quarter" idx="30" hasCustomPrompt="1"/>
          </p:nvPr>
        </p:nvSpPr>
        <p:spPr>
          <a:xfrm>
            <a:off x="12104688" y="2490442"/>
            <a:ext cx="2682002" cy="2865326"/>
          </a:xfrm>
          <a:prstGeom prst="rect">
            <a:avLst/>
          </a:prstGeom>
        </p:spPr>
        <p:txBody>
          <a:bodyPr>
            <a:normAutofit/>
          </a:bodyPr>
          <a:lstStyle>
            <a:lvl1pPr marL="0" indent="0" defTabSz="868680">
              <a:spcBef>
                <a:spcPts val="4600"/>
              </a:spcBef>
              <a:buSzTx/>
              <a:buFontTx/>
              <a:buNone/>
              <a:defRPr sz="19475" b="1">
                <a:solidFill>
                  <a:schemeClr val="accent3"/>
                </a:solidFill>
              </a:defRPr>
            </a:lvl1pPr>
          </a:lstStyle>
          <a:p>
            <a:r>
              <a:t>3</a:t>
            </a:r>
          </a:p>
        </p:txBody>
      </p:sp>
      <p:pic>
        <p:nvPicPr>
          <p:cNvPr id="366" name="Picture 7" descr="Picture 7"/>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Quote – Red">
    <p:bg>
      <p:bgPr>
        <a:solidFill>
          <a:schemeClr val="accent1"/>
        </a:solidFill>
        <a:effectLst/>
      </p:bgPr>
    </p:bg>
    <p:spTree>
      <p:nvGrpSpPr>
        <p:cNvPr id="1" name=""/>
        <p:cNvGrpSpPr/>
        <p:nvPr/>
      </p:nvGrpSpPr>
      <p:grpSpPr>
        <a:xfrm>
          <a:off x="0" y="0"/>
          <a:ext cx="0" cy="0"/>
          <a:chOff x="0" y="0"/>
          <a:chExt cx="0" cy="0"/>
        </a:xfrm>
      </p:grpSpPr>
      <p:sp>
        <p:nvSpPr>
          <p:cNvPr id="373"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374" name="Body Level One…"/>
          <p:cNvSpPr txBox="1">
            <a:spLocks noGrp="1"/>
          </p:cNvSpPr>
          <p:nvPr>
            <p:ph type="body" sz="half" idx="1" hasCustomPrompt="1"/>
          </p:nvPr>
        </p:nvSpPr>
        <p:spPr>
          <a:xfrm>
            <a:off x="364013" y="365127"/>
            <a:ext cx="11175498" cy="5025436"/>
          </a:xfrm>
          <a:prstGeom prst="rect">
            <a:avLst/>
          </a:prstGeom>
        </p:spPr>
        <p:txBody>
          <a:bodyPr>
            <a:normAutofit/>
          </a:bodyPr>
          <a:lstStyle>
            <a:lvl1pPr marL="0" indent="0">
              <a:lnSpc>
                <a:spcPts val="6000"/>
              </a:lnSpc>
              <a:spcBef>
                <a:spcPts val="0"/>
              </a:spcBef>
              <a:buSzTx/>
              <a:buFontTx/>
              <a:buNone/>
              <a:defRPr sz="5800" b="1">
                <a:solidFill>
                  <a:srgbClr val="FFFFFF"/>
                </a:solidFill>
              </a:defRPr>
            </a:lvl1pPr>
            <a:lvl2pPr marL="0" indent="457200">
              <a:lnSpc>
                <a:spcPts val="6000"/>
              </a:lnSpc>
              <a:spcBef>
                <a:spcPts val="0"/>
              </a:spcBef>
              <a:buSzTx/>
              <a:buFontTx/>
              <a:buNone/>
              <a:defRPr sz="5800" b="1">
                <a:solidFill>
                  <a:srgbClr val="FFFFFF"/>
                </a:solidFill>
              </a:defRPr>
            </a:lvl2pPr>
            <a:lvl3pPr marL="0" indent="914400">
              <a:lnSpc>
                <a:spcPts val="6000"/>
              </a:lnSpc>
              <a:spcBef>
                <a:spcPts val="0"/>
              </a:spcBef>
              <a:buSzTx/>
              <a:buFontTx/>
              <a:buNone/>
              <a:defRPr sz="5800" b="1">
                <a:solidFill>
                  <a:srgbClr val="FFFFFF"/>
                </a:solidFill>
              </a:defRPr>
            </a:lvl3pPr>
            <a:lvl4pPr marL="0" indent="1371600">
              <a:lnSpc>
                <a:spcPts val="6000"/>
              </a:lnSpc>
              <a:spcBef>
                <a:spcPts val="0"/>
              </a:spcBef>
              <a:buSzTx/>
              <a:buFontTx/>
              <a:buNone/>
              <a:defRPr sz="5800" b="1">
                <a:solidFill>
                  <a:srgbClr val="FFFFFF"/>
                </a:solidFill>
              </a:defRPr>
            </a:lvl4pPr>
            <a:lvl5pPr marL="0" indent="1828800">
              <a:lnSpc>
                <a:spcPts val="6000"/>
              </a:lnSpc>
              <a:spcBef>
                <a:spcPts val="0"/>
              </a:spcBef>
              <a:buSzTx/>
              <a:buFontTx/>
              <a:buNone/>
              <a:defRPr sz="5800" b="1">
                <a:solidFill>
                  <a:srgbClr val="FFFFFF"/>
                </a:solidFill>
              </a:defRPr>
            </a:lvl5pPr>
          </a:lstStyle>
          <a:p>
            <a:r>
              <a:t>Mos dulupient. Endelis quatecae occabo. Ut hillorpos essit voloratur? Quiberio totam ressita epudigendi te il ium quas disquis sapieni ssitibus rate molorion eum ullam re.</a:t>
            </a:r>
          </a:p>
          <a:p>
            <a:pPr lvl="1"/>
            <a:endParaRPr/>
          </a:p>
          <a:p>
            <a:pPr lvl="2"/>
            <a:endParaRPr/>
          </a:p>
          <a:p>
            <a:pPr lvl="3"/>
            <a:endParaRPr/>
          </a:p>
          <a:p>
            <a:pPr lvl="4"/>
            <a:endParaRPr/>
          </a:p>
        </p:txBody>
      </p:sp>
      <p:sp>
        <p:nvSpPr>
          <p:cNvPr id="375" name="Text Placeholder 9"/>
          <p:cNvSpPr>
            <a:spLocks noGrp="1"/>
          </p:cNvSpPr>
          <p:nvPr>
            <p:ph type="body" sz="quarter" idx="21" hasCustomPrompt="1"/>
          </p:nvPr>
        </p:nvSpPr>
        <p:spPr>
          <a:xfrm>
            <a:off x="364014" y="5569029"/>
            <a:ext cx="3621088" cy="1317626"/>
          </a:xfrm>
          <a:prstGeom prst="rect">
            <a:avLst/>
          </a:prstGeom>
        </p:spPr>
        <p:txBody>
          <a:bodyPr>
            <a:normAutofit/>
          </a:bodyPr>
          <a:lstStyle>
            <a:lvl1pPr marL="0" indent="0">
              <a:spcBef>
                <a:spcPts val="0"/>
              </a:spcBef>
              <a:buSzTx/>
              <a:buFontTx/>
              <a:buNone/>
              <a:defRPr sz="2600">
                <a:solidFill>
                  <a:srgbClr val="FFFFFF"/>
                </a:solidFill>
              </a:defRPr>
            </a:lvl1pPr>
          </a:lstStyle>
          <a:p>
            <a:r>
              <a:t>FirstName
LastName Position</a:t>
            </a:r>
          </a:p>
        </p:txBody>
      </p:sp>
      <p:sp>
        <p:nvSpPr>
          <p:cNvPr id="379"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FFFFFF"/>
                </a:solidFill>
              </a:defRPr>
            </a:lvl1pPr>
          </a:lstStyle>
          <a:p>
            <a:fld id="{86CB4B4D-7CA3-9044-876B-883B54F8677D}" type="slidenum">
              <a:t>‹#›</a:t>
            </a:fld>
            <a:endParaRPr/>
          </a:p>
        </p:txBody>
      </p:sp>
      <p:pic>
        <p:nvPicPr>
          <p:cNvPr id="380" name="Picture 2" descr="Picture 2"/>
          <p:cNvPicPr>
            <a:picLocks noChangeAspect="1"/>
          </p:cNvPicPr>
          <p:nvPr/>
        </p:nvPicPr>
        <p:blipFill>
          <a:blip r:embed="rId3"/>
          <a:srcRect l="29" r="29"/>
          <a:stretch>
            <a:fillRect/>
          </a:stretch>
        </p:blipFill>
        <p:spPr>
          <a:xfrm>
            <a:off x="464557" y="9468546"/>
            <a:ext cx="542891" cy="505090"/>
          </a:xfrm>
          <a:prstGeom prst="rect">
            <a:avLst/>
          </a:prstGeom>
          <a:ln w="12700">
            <a:miter lim="400000"/>
          </a:ln>
        </p:spPr>
      </p:pic>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Quote – Midnight">
    <p:bg>
      <p:bgPr>
        <a:solidFill>
          <a:schemeClr val="accent2"/>
        </a:solidFill>
        <a:effectLst/>
      </p:bgPr>
    </p:bg>
    <p:spTree>
      <p:nvGrpSpPr>
        <p:cNvPr id="1" name=""/>
        <p:cNvGrpSpPr/>
        <p:nvPr/>
      </p:nvGrpSpPr>
      <p:grpSpPr>
        <a:xfrm>
          <a:off x="0" y="0"/>
          <a:ext cx="0" cy="0"/>
          <a:chOff x="0" y="0"/>
          <a:chExt cx="0" cy="0"/>
        </a:xfrm>
      </p:grpSpPr>
      <p:sp>
        <p:nvSpPr>
          <p:cNvPr id="387" name="Body Level One…"/>
          <p:cNvSpPr txBox="1">
            <a:spLocks noGrp="1"/>
          </p:cNvSpPr>
          <p:nvPr>
            <p:ph type="body" sz="half" idx="1" hasCustomPrompt="1"/>
          </p:nvPr>
        </p:nvSpPr>
        <p:spPr>
          <a:xfrm>
            <a:off x="364013" y="365127"/>
            <a:ext cx="11175498" cy="5025436"/>
          </a:xfrm>
          <a:prstGeom prst="rect">
            <a:avLst/>
          </a:prstGeom>
        </p:spPr>
        <p:txBody>
          <a:bodyPr>
            <a:normAutofit/>
          </a:bodyPr>
          <a:lstStyle>
            <a:lvl1pPr marL="0" indent="0">
              <a:lnSpc>
                <a:spcPts val="6000"/>
              </a:lnSpc>
              <a:spcBef>
                <a:spcPts val="0"/>
              </a:spcBef>
              <a:buSzTx/>
              <a:buFontTx/>
              <a:buNone/>
              <a:defRPr sz="5800" b="1">
                <a:solidFill>
                  <a:srgbClr val="FFFFFF"/>
                </a:solidFill>
              </a:defRPr>
            </a:lvl1pPr>
            <a:lvl2pPr marL="0" indent="457200">
              <a:lnSpc>
                <a:spcPts val="6000"/>
              </a:lnSpc>
              <a:spcBef>
                <a:spcPts val="0"/>
              </a:spcBef>
              <a:buSzTx/>
              <a:buFontTx/>
              <a:buNone/>
              <a:defRPr sz="5800" b="1">
                <a:solidFill>
                  <a:srgbClr val="FFFFFF"/>
                </a:solidFill>
              </a:defRPr>
            </a:lvl2pPr>
            <a:lvl3pPr marL="0" indent="914400">
              <a:lnSpc>
                <a:spcPts val="6000"/>
              </a:lnSpc>
              <a:spcBef>
                <a:spcPts val="0"/>
              </a:spcBef>
              <a:buSzTx/>
              <a:buFontTx/>
              <a:buNone/>
              <a:defRPr sz="5800" b="1">
                <a:solidFill>
                  <a:srgbClr val="FFFFFF"/>
                </a:solidFill>
              </a:defRPr>
            </a:lvl3pPr>
            <a:lvl4pPr marL="0" indent="1371600">
              <a:lnSpc>
                <a:spcPts val="6000"/>
              </a:lnSpc>
              <a:spcBef>
                <a:spcPts val="0"/>
              </a:spcBef>
              <a:buSzTx/>
              <a:buFontTx/>
              <a:buNone/>
              <a:defRPr sz="5800" b="1">
                <a:solidFill>
                  <a:srgbClr val="FFFFFF"/>
                </a:solidFill>
              </a:defRPr>
            </a:lvl4pPr>
            <a:lvl5pPr marL="0" indent="1828800">
              <a:lnSpc>
                <a:spcPts val="6000"/>
              </a:lnSpc>
              <a:spcBef>
                <a:spcPts val="0"/>
              </a:spcBef>
              <a:buSzTx/>
              <a:buFontTx/>
              <a:buNone/>
              <a:defRPr sz="5800" b="1">
                <a:solidFill>
                  <a:srgbClr val="FFFFFF"/>
                </a:solidFill>
              </a:defRPr>
            </a:lvl5pPr>
          </a:lstStyle>
          <a:p>
            <a:r>
              <a:t>Mos dulupient. Endelis quatecae occabo. Ut hillorpos essit voloratur? Quiberio totam ressita epudigendi te il ium quas disquis sapieni ssitibus rate molorion eum ullam re.</a:t>
            </a:r>
          </a:p>
          <a:p>
            <a:pPr lvl="1"/>
            <a:endParaRPr/>
          </a:p>
          <a:p>
            <a:pPr lvl="2"/>
            <a:endParaRPr/>
          </a:p>
          <a:p>
            <a:pPr lvl="3"/>
            <a:endParaRPr/>
          </a:p>
          <a:p>
            <a:pPr lvl="4"/>
            <a:endParaRPr/>
          </a:p>
        </p:txBody>
      </p:sp>
      <p:sp>
        <p:nvSpPr>
          <p:cNvPr id="388" name="Freeform 2"/>
          <p:cNvSpPr/>
          <p:nvPr/>
        </p:nvSpPr>
        <p:spPr>
          <a:xfrm>
            <a:off x="0" y="10171935"/>
            <a:ext cx="18288000" cy="133353"/>
          </a:xfrm>
          <a:prstGeom prst="rect">
            <a:avLst/>
          </a:prstGeom>
          <a:blipFill>
            <a:blip r:embed="rId2"/>
            <a:stretch>
              <a:fillRect/>
            </a:stretch>
          </a:blipFill>
          <a:ln w="12700">
            <a:miter lim="400000"/>
          </a:ln>
        </p:spPr>
        <p:txBody>
          <a:bodyPr lIns="45719" rIns="45719"/>
          <a:lstStyle/>
          <a:p>
            <a:endParaRPr/>
          </a:p>
        </p:txBody>
      </p:sp>
      <p:sp>
        <p:nvSpPr>
          <p:cNvPr id="389" name="Text Placeholder 9"/>
          <p:cNvSpPr>
            <a:spLocks noGrp="1"/>
          </p:cNvSpPr>
          <p:nvPr>
            <p:ph type="body" sz="quarter" idx="21" hasCustomPrompt="1"/>
          </p:nvPr>
        </p:nvSpPr>
        <p:spPr>
          <a:xfrm>
            <a:off x="364014" y="5569029"/>
            <a:ext cx="3621088" cy="1317626"/>
          </a:xfrm>
          <a:prstGeom prst="rect">
            <a:avLst/>
          </a:prstGeom>
        </p:spPr>
        <p:txBody>
          <a:bodyPr>
            <a:normAutofit/>
          </a:bodyPr>
          <a:lstStyle>
            <a:lvl1pPr marL="0" indent="0">
              <a:spcBef>
                <a:spcPts val="0"/>
              </a:spcBef>
              <a:buSzTx/>
              <a:buFontTx/>
              <a:buNone/>
              <a:defRPr sz="2600">
                <a:solidFill>
                  <a:srgbClr val="FFFFFF"/>
                </a:solidFill>
              </a:defRPr>
            </a:lvl1pPr>
          </a:lstStyle>
          <a:p>
            <a:r>
              <a:t>FirstName
LastName Position</a:t>
            </a:r>
          </a:p>
        </p:txBody>
      </p:sp>
      <p:sp>
        <p:nvSpPr>
          <p:cNvPr id="393" name="Slide Number"/>
          <p:cNvSpPr txBox="1">
            <a:spLocks noGrp="1"/>
          </p:cNvSpPr>
          <p:nvPr>
            <p:ph type="sldNum" sz="quarter" idx="2"/>
          </p:nvPr>
        </p:nvSpPr>
        <p:spPr>
          <a:xfrm>
            <a:off x="17669577" y="9682298"/>
            <a:ext cx="169106" cy="182006"/>
          </a:xfrm>
          <a:prstGeom prst="rect">
            <a:avLst/>
          </a:prstGeom>
        </p:spPr>
        <p:txBody>
          <a:bodyPr lIns="0" tIns="0" rIns="0" bIns="0" anchor="t"/>
          <a:lstStyle>
            <a:lvl1pPr>
              <a:lnSpc>
                <a:spcPts val="1500"/>
              </a:lnSpc>
              <a:defRPr sz="1100" b="1" spc="4">
                <a:solidFill>
                  <a:srgbClr val="FFFFFF"/>
                </a:solidFill>
              </a:defRPr>
            </a:lvl1pPr>
          </a:lstStyle>
          <a:p>
            <a:fld id="{86CB4B4D-7CA3-9044-876B-883B54F8677D}" type="slidenum">
              <a:t>‹#›</a:t>
            </a:fld>
            <a:endParaRPr/>
          </a:p>
        </p:txBody>
      </p:sp>
      <p:pic>
        <p:nvPicPr>
          <p:cNvPr id="394" name="Picture 5" descr="Picture 5"/>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Thank You – White">
    <p:spTree>
      <p:nvGrpSpPr>
        <p:cNvPr id="1" name=""/>
        <p:cNvGrpSpPr/>
        <p:nvPr/>
      </p:nvGrpSpPr>
      <p:grpSpPr>
        <a:xfrm>
          <a:off x="0" y="0"/>
          <a:ext cx="0" cy="0"/>
          <a:chOff x="0" y="0"/>
          <a:chExt cx="0" cy="0"/>
        </a:xfrm>
      </p:grpSpPr>
      <p:pic>
        <p:nvPicPr>
          <p:cNvPr id="401" name="Picture 10" descr="Picture 10"/>
          <p:cNvPicPr>
            <a:picLocks noChangeAspect="1"/>
          </p:cNvPicPr>
          <p:nvPr/>
        </p:nvPicPr>
        <p:blipFill>
          <a:blip r:embed="rId2"/>
          <a:stretch>
            <a:fillRect/>
          </a:stretch>
        </p:blipFill>
        <p:spPr>
          <a:xfrm>
            <a:off x="0" y="-1"/>
            <a:ext cx="18288001" cy="10287001"/>
          </a:xfrm>
          <a:prstGeom prst="rect">
            <a:avLst/>
          </a:prstGeom>
          <a:ln w="12700">
            <a:miter lim="400000"/>
          </a:ln>
        </p:spPr>
      </p:pic>
      <p:sp>
        <p:nvSpPr>
          <p:cNvPr id="402" name="Body Level One…"/>
          <p:cNvSpPr txBox="1">
            <a:spLocks noGrp="1"/>
          </p:cNvSpPr>
          <p:nvPr>
            <p:ph type="body" sz="quarter" idx="1" hasCustomPrompt="1"/>
          </p:nvPr>
        </p:nvSpPr>
        <p:spPr>
          <a:xfrm>
            <a:off x="13112452" y="4891158"/>
            <a:ext cx="3751263" cy="1100138"/>
          </a:xfrm>
          <a:prstGeom prst="rect">
            <a:avLst/>
          </a:prstGeom>
        </p:spPr>
        <p:txBody>
          <a:bodyPr>
            <a:normAutofit/>
          </a:bodyPr>
          <a:lstStyle>
            <a:lvl1pPr marL="0" indent="0">
              <a:spcBef>
                <a:spcPts val="1200"/>
              </a:spcBef>
              <a:buSzTx/>
              <a:buFontTx/>
              <a:buNone/>
              <a:defRPr sz="5200" b="1">
                <a:solidFill>
                  <a:srgbClr val="E00600"/>
                </a:solidFill>
              </a:defRPr>
            </a:lvl1pPr>
            <a:lvl2pPr marL="987878" indent="-530678">
              <a:spcBef>
                <a:spcPts val="1200"/>
              </a:spcBef>
              <a:buFontTx/>
              <a:defRPr sz="5200" b="1">
                <a:solidFill>
                  <a:srgbClr val="E00600"/>
                </a:solidFill>
              </a:defRPr>
            </a:lvl2pPr>
            <a:lvl3pPr marL="1409700" indent="-495300">
              <a:spcBef>
                <a:spcPts val="1200"/>
              </a:spcBef>
              <a:buFontTx/>
              <a:defRPr sz="5200" b="1">
                <a:solidFill>
                  <a:srgbClr val="E00600"/>
                </a:solidFill>
              </a:defRPr>
            </a:lvl3pPr>
            <a:lvl4pPr marL="1965960" indent="-594360">
              <a:spcBef>
                <a:spcPts val="1200"/>
              </a:spcBef>
              <a:buFontTx/>
              <a:defRPr sz="5200" b="1">
                <a:solidFill>
                  <a:srgbClr val="E00600"/>
                </a:solidFill>
              </a:defRPr>
            </a:lvl4pPr>
            <a:lvl5pPr marL="2423160" indent="-594360">
              <a:spcBef>
                <a:spcPts val="1200"/>
              </a:spcBef>
              <a:buFontTx/>
              <a:defRPr sz="5200" b="1">
                <a:solidFill>
                  <a:srgbClr val="E00600"/>
                </a:solidFill>
              </a:defRPr>
            </a:lvl5pPr>
          </a:lstStyle>
          <a:p>
            <a:r>
              <a:t>Thank you</a:t>
            </a:r>
          </a:p>
          <a:p>
            <a:pPr lvl="1"/>
            <a:endParaRPr/>
          </a:p>
          <a:p>
            <a:pPr lvl="2"/>
            <a:endParaRPr/>
          </a:p>
          <a:p>
            <a:pPr lvl="3"/>
            <a:endParaRPr/>
          </a:p>
          <a:p>
            <a:pPr lvl="4"/>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Thank You – Red &amp; Burgundy">
    <p:bg>
      <p:bgPr>
        <a:solidFill>
          <a:srgbClr val="E00600"/>
        </a:solidFill>
        <a:effectLst/>
      </p:bgPr>
    </p:bg>
    <p:spTree>
      <p:nvGrpSpPr>
        <p:cNvPr id="1" name=""/>
        <p:cNvGrpSpPr/>
        <p:nvPr/>
      </p:nvGrpSpPr>
      <p:grpSpPr>
        <a:xfrm>
          <a:off x="0" y="0"/>
          <a:ext cx="0" cy="0"/>
          <a:chOff x="0" y="0"/>
          <a:chExt cx="0" cy="0"/>
        </a:xfrm>
      </p:grpSpPr>
      <p:pic>
        <p:nvPicPr>
          <p:cNvPr id="410" name="Picture 3" descr="Picture 3"/>
          <p:cNvPicPr>
            <a:picLocks noChangeAspect="1"/>
          </p:cNvPicPr>
          <p:nvPr/>
        </p:nvPicPr>
        <p:blipFill>
          <a:blip r:embed="rId2">
            <a:lum bright="70000" contrast="-70000"/>
            <a:extLst>
              <a:ext uri="{BEBA8EAE-BF5A-486C-A8C5-ECC9F3942E4B}">
                <a14:imgProps xmlns:a14="http://schemas.microsoft.com/office/drawing/2010/main">
                  <a14:imgLayer r:embed="rId3">
                    <a14:imgEffect>
                      <a14:colorTemperature colorTemp="1500"/>
                    </a14:imgEffect>
                    <a14:imgEffect>
                      <a14:saturation sat="0"/>
                    </a14:imgEffect>
                  </a14:imgLayer>
                </a14:imgProps>
              </a:ext>
            </a:extLst>
          </a:blip>
          <a:srcRect l="3" r="3"/>
          <a:stretch>
            <a:fillRect/>
          </a:stretch>
        </p:blipFill>
        <p:spPr>
          <a:xfrm>
            <a:off x="475" y="-1"/>
            <a:ext cx="18287050" cy="10287001"/>
          </a:xfrm>
          <a:prstGeom prst="rect">
            <a:avLst/>
          </a:prstGeom>
          <a:ln w="12700">
            <a:miter lim="400000"/>
          </a:ln>
        </p:spPr>
      </p:pic>
      <p:sp>
        <p:nvSpPr>
          <p:cNvPr id="411" name="Body Level One…"/>
          <p:cNvSpPr txBox="1">
            <a:spLocks noGrp="1"/>
          </p:cNvSpPr>
          <p:nvPr>
            <p:ph type="body" sz="quarter" idx="1" hasCustomPrompt="1"/>
          </p:nvPr>
        </p:nvSpPr>
        <p:spPr>
          <a:xfrm>
            <a:off x="13112452" y="4891158"/>
            <a:ext cx="3751263" cy="1100138"/>
          </a:xfrm>
          <a:prstGeom prst="rect">
            <a:avLst/>
          </a:prstGeom>
        </p:spPr>
        <p:txBody>
          <a:bodyPr>
            <a:normAutofit/>
          </a:bodyPr>
          <a:lstStyle>
            <a:lvl1pPr marL="0" indent="0">
              <a:spcBef>
                <a:spcPts val="1200"/>
              </a:spcBef>
              <a:buSzTx/>
              <a:buFontTx/>
              <a:buNone/>
              <a:defRPr sz="5200" b="1">
                <a:solidFill>
                  <a:srgbClr val="FFFFFE"/>
                </a:solidFill>
              </a:defRPr>
            </a:lvl1pPr>
            <a:lvl2pPr marL="987878" indent="-530678">
              <a:spcBef>
                <a:spcPts val="1200"/>
              </a:spcBef>
              <a:buFontTx/>
              <a:defRPr sz="5200" b="1">
                <a:solidFill>
                  <a:srgbClr val="FFFFFE"/>
                </a:solidFill>
              </a:defRPr>
            </a:lvl2pPr>
            <a:lvl3pPr marL="1409700" indent="-495300">
              <a:spcBef>
                <a:spcPts val="1200"/>
              </a:spcBef>
              <a:buFontTx/>
              <a:defRPr sz="5200" b="1">
                <a:solidFill>
                  <a:srgbClr val="FFFFFE"/>
                </a:solidFill>
              </a:defRPr>
            </a:lvl3pPr>
            <a:lvl4pPr marL="1965960" indent="-594360">
              <a:spcBef>
                <a:spcPts val="1200"/>
              </a:spcBef>
              <a:buFontTx/>
              <a:defRPr sz="5200" b="1">
                <a:solidFill>
                  <a:srgbClr val="FFFFFE"/>
                </a:solidFill>
              </a:defRPr>
            </a:lvl4pPr>
            <a:lvl5pPr marL="2423160" indent="-594360">
              <a:spcBef>
                <a:spcPts val="1200"/>
              </a:spcBef>
              <a:buFontTx/>
              <a:defRPr sz="5200" b="1">
                <a:solidFill>
                  <a:srgbClr val="FFFFFE"/>
                </a:solidFill>
              </a:defRPr>
            </a:lvl5pPr>
          </a:lstStyle>
          <a:p>
            <a:r>
              <a:t>Thank you</a:t>
            </a:r>
          </a:p>
          <a:p>
            <a:pPr lvl="1"/>
            <a:endParaRPr/>
          </a:p>
          <a:p>
            <a:pPr lvl="2"/>
            <a:endParaRPr/>
          </a:p>
          <a:p>
            <a:pPr lvl="3"/>
            <a:endParaRPr/>
          </a:p>
          <a:p>
            <a:pPr lvl="4"/>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Thank You – Midnight">
    <p:bg>
      <p:bgPr>
        <a:solidFill>
          <a:srgbClr val="191329"/>
        </a:solidFill>
        <a:effectLst/>
      </p:bgPr>
    </p:bg>
    <p:spTree>
      <p:nvGrpSpPr>
        <p:cNvPr id="1" name=""/>
        <p:cNvGrpSpPr/>
        <p:nvPr/>
      </p:nvGrpSpPr>
      <p:grpSpPr>
        <a:xfrm>
          <a:off x="0" y="0"/>
          <a:ext cx="0" cy="0"/>
          <a:chOff x="0" y="0"/>
          <a:chExt cx="0" cy="0"/>
        </a:xfrm>
      </p:grpSpPr>
      <p:pic>
        <p:nvPicPr>
          <p:cNvPr id="419" name="Picture 5" descr="Picture 5"/>
          <p:cNvPicPr>
            <a:picLocks noChangeAspect="1"/>
          </p:cNvPicPr>
          <p:nvPr/>
        </p:nvPicPr>
        <p:blipFill>
          <a:blip r:embed="rId2"/>
          <a:stretch>
            <a:fillRect/>
          </a:stretch>
        </p:blipFill>
        <p:spPr>
          <a:xfrm>
            <a:off x="0" y="0"/>
            <a:ext cx="18288001" cy="10287000"/>
          </a:xfrm>
          <a:prstGeom prst="rect">
            <a:avLst/>
          </a:prstGeom>
          <a:ln w="12700">
            <a:miter lim="400000"/>
          </a:ln>
        </p:spPr>
      </p:pic>
      <p:sp>
        <p:nvSpPr>
          <p:cNvPr id="420" name="Body Level One…"/>
          <p:cNvSpPr txBox="1">
            <a:spLocks noGrp="1"/>
          </p:cNvSpPr>
          <p:nvPr>
            <p:ph type="body" sz="quarter" idx="1" hasCustomPrompt="1"/>
          </p:nvPr>
        </p:nvSpPr>
        <p:spPr>
          <a:xfrm>
            <a:off x="13112452" y="4891158"/>
            <a:ext cx="3751263" cy="1100138"/>
          </a:xfrm>
          <a:prstGeom prst="rect">
            <a:avLst/>
          </a:prstGeom>
        </p:spPr>
        <p:txBody>
          <a:bodyPr>
            <a:normAutofit/>
          </a:bodyPr>
          <a:lstStyle>
            <a:lvl1pPr marL="0" indent="0">
              <a:spcBef>
                <a:spcPts val="1200"/>
              </a:spcBef>
              <a:buSzTx/>
              <a:buFontTx/>
              <a:buNone/>
              <a:defRPr sz="5200" b="1">
                <a:solidFill>
                  <a:srgbClr val="FFFFFE"/>
                </a:solidFill>
              </a:defRPr>
            </a:lvl1pPr>
            <a:lvl2pPr marL="987878" indent="-530678">
              <a:spcBef>
                <a:spcPts val="1200"/>
              </a:spcBef>
              <a:buFontTx/>
              <a:defRPr sz="5200" b="1">
                <a:solidFill>
                  <a:srgbClr val="FFFFFE"/>
                </a:solidFill>
              </a:defRPr>
            </a:lvl2pPr>
            <a:lvl3pPr marL="1409700" indent="-495300">
              <a:spcBef>
                <a:spcPts val="1200"/>
              </a:spcBef>
              <a:buFontTx/>
              <a:defRPr sz="5200" b="1">
                <a:solidFill>
                  <a:srgbClr val="FFFFFE"/>
                </a:solidFill>
              </a:defRPr>
            </a:lvl3pPr>
            <a:lvl4pPr marL="1965960" indent="-594360">
              <a:spcBef>
                <a:spcPts val="1200"/>
              </a:spcBef>
              <a:buFontTx/>
              <a:defRPr sz="5200" b="1">
                <a:solidFill>
                  <a:srgbClr val="FFFFFE"/>
                </a:solidFill>
              </a:defRPr>
            </a:lvl4pPr>
            <a:lvl5pPr marL="2423160" indent="-594360">
              <a:spcBef>
                <a:spcPts val="1200"/>
              </a:spcBef>
              <a:buFontTx/>
              <a:defRPr sz="5200" b="1">
                <a:solidFill>
                  <a:srgbClr val="FFFFFE"/>
                </a:solidFill>
              </a:defRPr>
            </a:lvl5pPr>
          </a:lstStyle>
          <a:p>
            <a:r>
              <a:t>Thank you</a:t>
            </a:r>
          </a:p>
          <a:p>
            <a:pPr lvl="1"/>
            <a:endParaRPr/>
          </a:p>
          <a:p>
            <a:pPr lvl="2"/>
            <a:endParaRPr/>
          </a:p>
          <a:p>
            <a:pPr lvl="3"/>
            <a:endParaRPr/>
          </a:p>
          <a:p>
            <a:pPr lvl="4"/>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914400" y="138112"/>
            <a:ext cx="16459200" cy="22621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nchor="ctr"/>
          <a:lstStyle/>
          <a:p>
            <a:r>
              <a:t>Title Text</a:t>
            </a:r>
          </a:p>
        </p:txBody>
      </p:sp>
      <p:sp>
        <p:nvSpPr>
          <p:cNvPr id="3" name="Body Level One…"/>
          <p:cNvSpPr txBox="1">
            <a:spLocks noGrp="1"/>
          </p:cNvSpPr>
          <p:nvPr>
            <p:ph type="body" idx="1"/>
          </p:nvPr>
        </p:nvSpPr>
        <p:spPr>
          <a:xfrm>
            <a:off x="914400" y="2400300"/>
            <a:ext cx="16459200" cy="78867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8839200" y="9260681"/>
            <a:ext cx="4267200" cy="547688"/>
          </a:xfrm>
          <a:prstGeom prst="rect">
            <a:avLst/>
          </a:prstGeom>
          <a:ln w="12700">
            <a:miter lim="400000"/>
          </a:ln>
        </p:spPr>
        <p:txBody>
          <a:bodyPr wrap="none" lIns="45719" rIns="45719" anchor="ctr">
            <a:spAutoFit/>
          </a:bodyPr>
          <a:lstStyle>
            <a:lvl1pPr algn="r">
              <a:defRPr sz="1200"/>
            </a:lvl1pPr>
          </a:lstStyle>
          <a:p>
            <a:fld id="{86CB4B4D-7CA3-9044-876B-883B54F8677D}" type="slidenum">
              <a:t>‹#›</a:t>
            </a:fld>
            <a:endParaRPr/>
          </a:p>
        </p:txBody>
      </p:sp>
      <p:sp>
        <p:nvSpPr>
          <p:cNvPr id="5" name="MSIPCMContentMarking" descr="{&quot;HashCode&quot;:-638319239,&quot;Placement&quot;:&quot;Footer&quot;,&quot;Top&quot;:786.65155,&quot;Left&quot;:677.860962,&quot;SlideWidth&quot;:1440,&quot;SlideHeight&quot;:810}">
            <a:extLst>
              <a:ext uri="{FF2B5EF4-FFF2-40B4-BE49-F238E27FC236}">
                <a16:creationId xmlns:a16="http://schemas.microsoft.com/office/drawing/2014/main" id="{AD5BAAB1-B434-B7DC-910B-CBD519B6E563}"/>
              </a:ext>
            </a:extLst>
          </p:cNvPr>
          <p:cNvSpPr txBox="1"/>
          <p:nvPr userDrawn="1"/>
        </p:nvSpPr>
        <p:spPr>
          <a:xfrm>
            <a:off x="8608834" y="9990475"/>
            <a:ext cx="1070332" cy="2965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chorCtr="1">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US" sz="1200" b="0" i="0" u="none" strike="noStrike" cap="none" spc="0" normalizeH="0" baseline="0">
                <a:ln>
                  <a:noFill/>
                </a:ln>
                <a:solidFill>
                  <a:srgbClr val="000000"/>
                </a:solidFill>
                <a:effectLst/>
                <a:uFillTx/>
                <a:latin typeface="Calibri" panose="020F0502020204030204" pitchFamily="34" charset="0"/>
                <a:ea typeface="+mn-ea"/>
                <a:cs typeface="+mn-cs"/>
                <a:sym typeface="Arial"/>
              </a:rPr>
              <a:t>Confidential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191329"/>
          </a:solidFill>
          <a:uFillTx/>
          <a:latin typeface="+mn-lt"/>
          <a:ea typeface="+mn-ea"/>
          <a:cs typeface="+mn-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tIns="45720" rIns="45719" bIns="45720" anchor="t">
            <a:normAutofit lnSpcReduction="10000"/>
          </a:bodyPr>
          <a:lstStyle/>
          <a:p>
            <a:r>
              <a:rPr lang="en-US" sz="11850" dirty="0"/>
              <a:t>Smart Locks</a:t>
            </a:r>
            <a:endParaRPr lang="en-US" dirty="0"/>
          </a:p>
        </p:txBody>
      </p:sp>
      <p:sp>
        <p:nvSpPr>
          <p:cNvPr id="441"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tIns="45720" rIns="45719" bIns="45720" anchor="t">
            <a:normAutofit fontScale="92500"/>
          </a:bodyPr>
          <a:lstStyle/>
          <a:p>
            <a:r>
              <a:rPr lang="en-US" sz="11850" dirty="0"/>
              <a:t>Community Led Initiative</a:t>
            </a:r>
            <a:endParaRPr lang="en-US"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Text Placeholder 1"/>
          <p:cNvSpPr txBox="1">
            <a:spLocks noGrp="1"/>
          </p:cNvSpPr>
          <p:nvPr>
            <p:ph type="body" sz="quarter" idx="1"/>
          </p:nvPr>
        </p:nvSpPr>
        <p:spPr>
          <a:xfrm>
            <a:off x="392200" y="3531837"/>
            <a:ext cx="4151313" cy="746887"/>
          </a:xfrm>
          <a:prstGeom prst="rect">
            <a:avLst/>
          </a:prstGeom>
        </p:spPr>
        <p:txBody>
          <a:bodyPr/>
          <a:lstStyle/>
          <a:p>
            <a:endParaRPr/>
          </a:p>
        </p:txBody>
      </p:sp>
      <p:sp>
        <p:nvSpPr>
          <p:cNvPr id="444"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Presentation heading</a:t>
            </a:r>
          </a:p>
        </p:txBody>
      </p:sp>
      <p:sp>
        <p:nvSpPr>
          <p:cNvPr id="445"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Presentation subhead</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Text Placeholder 1"/>
          <p:cNvSpPr txBox="1">
            <a:spLocks noGrp="1"/>
          </p:cNvSpPr>
          <p:nvPr>
            <p:ph type="body" sz="quarter" idx="1"/>
          </p:nvPr>
        </p:nvSpPr>
        <p:spPr>
          <a:xfrm>
            <a:off x="370935" y="3531837"/>
            <a:ext cx="4151313" cy="746887"/>
          </a:xfrm>
          <a:prstGeom prst="rect">
            <a:avLst/>
          </a:prstGeom>
        </p:spPr>
        <p:txBody>
          <a:bodyPr/>
          <a:lstStyle/>
          <a:p>
            <a:endParaRPr/>
          </a:p>
        </p:txBody>
      </p:sp>
      <p:sp>
        <p:nvSpPr>
          <p:cNvPr id="448"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Presentation heading</a:t>
            </a:r>
          </a:p>
        </p:txBody>
      </p:sp>
      <p:sp>
        <p:nvSpPr>
          <p:cNvPr id="449"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Presentation subhead</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TextBox 6"/>
          <p:cNvSpPr txBox="1">
            <a:spLocks noGrp="1"/>
          </p:cNvSpPr>
          <p:nvPr>
            <p:ph type="sldNum" sz="quarter" idx="2"/>
          </p:nvPr>
        </p:nvSpPr>
        <p:spPr>
          <a:xfrm>
            <a:off x="17711682" y="9682298"/>
            <a:ext cx="127001"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4</a:t>
            </a:fld>
            <a:endParaRPr/>
          </a:p>
        </p:txBody>
      </p:sp>
      <p:sp>
        <p:nvSpPr>
          <p:cNvPr id="452" name="Text Placeholder 1"/>
          <p:cNvSpPr txBox="1">
            <a:spLocks noGrp="1"/>
          </p:cNvSpPr>
          <p:nvPr>
            <p:ph type="body" sz="quarter" idx="1"/>
          </p:nvPr>
        </p:nvSpPr>
        <p:spPr>
          <a:xfrm>
            <a:off x="372608" y="299203"/>
            <a:ext cx="1425195" cy="4749801"/>
          </a:xfrm>
          <a:prstGeom prst="rect">
            <a:avLst/>
          </a:prstGeom>
        </p:spPr>
        <p:txBody>
          <a:bodyPr/>
          <a:lstStyle/>
          <a:p>
            <a:r>
              <a:t>01 02</a:t>
            </a:r>
          </a:p>
          <a:p>
            <a:r>
              <a:t>03</a:t>
            </a:r>
          </a:p>
          <a:p>
            <a:r>
              <a:t>04</a:t>
            </a:r>
          </a:p>
          <a:p>
            <a:r>
              <a:t>05</a:t>
            </a:r>
          </a:p>
          <a:p>
            <a:r>
              <a:t>06</a:t>
            </a:r>
          </a:p>
        </p:txBody>
      </p:sp>
      <p:sp>
        <p:nvSpPr>
          <p:cNvPr id="453"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Section heading</a:t>
            </a:r>
          </a:p>
          <a:p>
            <a:r>
              <a:t>Section heading</a:t>
            </a:r>
          </a:p>
          <a:p>
            <a:r>
              <a:t>Section heading</a:t>
            </a:r>
          </a:p>
          <a:p>
            <a:r>
              <a:t>Section heading</a:t>
            </a:r>
          </a:p>
          <a:p>
            <a:r>
              <a:t>Section heading</a:t>
            </a:r>
          </a:p>
          <a:p>
            <a:r>
              <a:t>Section heading</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TextBox 17"/>
          <p:cNvSpPr txBox="1">
            <a:spLocks noGrp="1"/>
          </p:cNvSpPr>
          <p:nvPr>
            <p:ph type="sldNum" sz="quarter" idx="2"/>
          </p:nvPr>
        </p:nvSpPr>
        <p:spPr>
          <a:xfrm>
            <a:off x="17711682" y="9682298"/>
            <a:ext cx="127001"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5</a:t>
            </a:fld>
            <a:endParaRPr/>
          </a:p>
        </p:txBody>
      </p:sp>
      <p:sp>
        <p:nvSpPr>
          <p:cNvPr id="456" name="Text Placeholder 1"/>
          <p:cNvSpPr txBox="1">
            <a:spLocks noGrp="1"/>
          </p:cNvSpPr>
          <p:nvPr>
            <p:ph type="body" sz="quarter" idx="1"/>
          </p:nvPr>
        </p:nvSpPr>
        <p:spPr>
          <a:xfrm>
            <a:off x="372140" y="1233898"/>
            <a:ext cx="8686801" cy="785879"/>
          </a:xfrm>
          <a:prstGeom prst="rect">
            <a:avLst/>
          </a:prstGeom>
        </p:spPr>
        <p:txBody>
          <a:bodyPr lIns="45719" tIns="45720" rIns="45719" bIns="45720" anchor="t">
            <a:normAutofit lnSpcReduction="10000"/>
          </a:bodyPr>
          <a:lstStyle>
            <a:lvl1pPr defTabSz="603504">
              <a:spcBef>
                <a:spcPts val="1100"/>
              </a:spcBef>
              <a:defRPr sz="4950"/>
            </a:lvl1pPr>
          </a:lstStyle>
          <a:p>
            <a:r>
              <a:rPr lang="en-US" dirty="0"/>
              <a:t>What is it?</a:t>
            </a:r>
          </a:p>
        </p:txBody>
      </p:sp>
      <p:sp>
        <p:nvSpPr>
          <p:cNvPr id="457" name="Text Placeholder 2"/>
          <p:cNvSpPr>
            <a:spLocks noGrp="1"/>
          </p:cNvSpPr>
          <p:nvPr>
            <p:ph type="body" idx="21"/>
          </p:nvPr>
        </p:nvSpPr>
        <p:spPr>
          <a:xfrm>
            <a:off x="364459" y="2228849"/>
            <a:ext cx="14933429" cy="95091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tIns="45720" rIns="45719" bIns="45720" anchor="t">
            <a:normAutofit fontScale="55000" lnSpcReduction="20000"/>
          </a:bodyPr>
          <a:lstStyle/>
          <a:p>
            <a:r>
              <a:rPr lang="en-US" sz="6050" dirty="0"/>
              <a:t>A new initiative to scale smart locks sales through villa communities.</a:t>
            </a:r>
            <a:endParaRPr lang="en-US" dirty="0"/>
          </a:p>
        </p:txBody>
      </p:sp>
      <p:sp>
        <p:nvSpPr>
          <p:cNvPr id="5" name="Text Placeholder 1">
            <a:extLst>
              <a:ext uri="{FF2B5EF4-FFF2-40B4-BE49-F238E27FC236}">
                <a16:creationId xmlns:a16="http://schemas.microsoft.com/office/drawing/2014/main" id="{B4E61CE8-4709-986B-3CE6-B1425BAF10F3}"/>
              </a:ext>
            </a:extLst>
          </p:cNvPr>
          <p:cNvSpPr txBox="1">
            <a:spLocks/>
          </p:cNvSpPr>
          <p:nvPr/>
        </p:nvSpPr>
        <p:spPr>
          <a:xfrm>
            <a:off x="391633" y="3818496"/>
            <a:ext cx="8686801" cy="78587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normAutofit lnSpcReduction="10000"/>
          </a:bodyPr>
          <a:lstStyle>
            <a:lvl1pPr marL="0" marR="0" indent="0" algn="l" defTabSz="603504" rtl="0" latinLnBrk="0">
              <a:lnSpc>
                <a:spcPct val="100000"/>
              </a:lnSpc>
              <a:spcBef>
                <a:spcPts val="1100"/>
              </a:spcBef>
              <a:spcAft>
                <a:spcPts val="0"/>
              </a:spcAft>
              <a:buClrTx/>
              <a:buSzTx/>
              <a:buFontTx/>
              <a:buNone/>
              <a:tabLst/>
              <a:defRPr sz="4950" b="1" i="0" u="none" strike="noStrike" cap="none" spc="0" baseline="0">
                <a:solidFill>
                  <a:srgbClr val="E00600"/>
                </a:solidFill>
                <a:uFillTx/>
                <a:latin typeface="+mn-lt"/>
                <a:ea typeface="+mn-ea"/>
                <a:cs typeface="+mn-cs"/>
                <a:sym typeface="Arial"/>
              </a:defRPr>
            </a:lvl1pPr>
            <a:lvl2pPr marL="1222601" marR="0" indent="-765401" algn="l" defTabSz="914400" rtl="0" latinLnBrk="0">
              <a:lnSpc>
                <a:spcPct val="100000"/>
              </a:lnSpc>
              <a:spcBef>
                <a:spcPts val="1800"/>
              </a:spcBef>
              <a:spcAft>
                <a:spcPts val="0"/>
              </a:spcAft>
              <a:buClrTx/>
              <a:buSzPct val="100000"/>
              <a:buFontTx/>
              <a:buChar char="–"/>
              <a:tabLst/>
              <a:defRPr sz="7500" b="1" i="0" u="none" strike="noStrike" cap="none" spc="0" baseline="0">
                <a:solidFill>
                  <a:srgbClr val="E00600"/>
                </a:solidFill>
                <a:uFillTx/>
                <a:latin typeface="+mn-lt"/>
                <a:ea typeface="+mn-ea"/>
                <a:cs typeface="+mn-cs"/>
                <a:sym typeface="Arial"/>
              </a:defRPr>
            </a:lvl2pPr>
            <a:lvl3pPr marL="1628775" marR="0" indent="-714375" algn="l" defTabSz="914400" rtl="0" latinLnBrk="0">
              <a:lnSpc>
                <a:spcPct val="100000"/>
              </a:lnSpc>
              <a:spcBef>
                <a:spcPts val="1800"/>
              </a:spcBef>
              <a:spcAft>
                <a:spcPts val="0"/>
              </a:spcAft>
              <a:buClrTx/>
              <a:buSzPct val="100000"/>
              <a:buFontTx/>
              <a:buChar char="•"/>
              <a:tabLst/>
              <a:defRPr sz="7500" b="1" i="0" u="none" strike="noStrike" cap="none" spc="0" baseline="0">
                <a:solidFill>
                  <a:srgbClr val="E00600"/>
                </a:solidFill>
                <a:uFillTx/>
                <a:latin typeface="+mn-lt"/>
                <a:ea typeface="+mn-ea"/>
                <a:cs typeface="+mn-cs"/>
                <a:sym typeface="Arial"/>
              </a:defRPr>
            </a:lvl3pPr>
            <a:lvl4pPr marL="2228850" marR="0" indent="-857250" algn="l" defTabSz="914400" rtl="0" latinLnBrk="0">
              <a:lnSpc>
                <a:spcPct val="100000"/>
              </a:lnSpc>
              <a:spcBef>
                <a:spcPts val="1800"/>
              </a:spcBef>
              <a:spcAft>
                <a:spcPts val="0"/>
              </a:spcAft>
              <a:buClrTx/>
              <a:buSzPct val="100000"/>
              <a:buFontTx/>
              <a:buChar char="–"/>
              <a:tabLst/>
              <a:defRPr sz="7500" b="1" i="0" u="none" strike="noStrike" cap="none" spc="0" baseline="0">
                <a:solidFill>
                  <a:srgbClr val="E00600"/>
                </a:solidFill>
                <a:uFillTx/>
                <a:latin typeface="+mn-lt"/>
                <a:ea typeface="+mn-ea"/>
                <a:cs typeface="+mn-cs"/>
                <a:sym typeface="Arial"/>
              </a:defRPr>
            </a:lvl4pPr>
            <a:lvl5pPr marL="2686050" marR="0" indent="-857250" algn="l" defTabSz="914400" rtl="0" latinLnBrk="0">
              <a:lnSpc>
                <a:spcPct val="100000"/>
              </a:lnSpc>
              <a:spcBef>
                <a:spcPts val="1800"/>
              </a:spcBef>
              <a:spcAft>
                <a:spcPts val="0"/>
              </a:spcAft>
              <a:buClrTx/>
              <a:buSzPct val="100000"/>
              <a:buFontTx/>
              <a:buChar char="»"/>
              <a:tabLst/>
              <a:defRPr sz="7500" b="1" i="0" u="none" strike="noStrike" cap="none" spc="0" baseline="0">
                <a:solidFill>
                  <a:srgbClr val="E00600"/>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9pPr>
          </a:lstStyle>
          <a:p>
            <a:r>
              <a:rPr lang="en-US" dirty="0"/>
              <a:t>Why?</a:t>
            </a:r>
          </a:p>
        </p:txBody>
      </p:sp>
      <p:sp>
        <p:nvSpPr>
          <p:cNvPr id="7" name="Text Placeholder 2">
            <a:extLst>
              <a:ext uri="{FF2B5EF4-FFF2-40B4-BE49-F238E27FC236}">
                <a16:creationId xmlns:a16="http://schemas.microsoft.com/office/drawing/2014/main" id="{F8B13502-A0D6-4D2B-CA98-E67641D4B0CB}"/>
              </a:ext>
            </a:extLst>
          </p:cNvPr>
          <p:cNvSpPr txBox="1">
            <a:spLocks/>
          </p:cNvSpPr>
          <p:nvPr/>
        </p:nvSpPr>
        <p:spPr>
          <a:xfrm>
            <a:off x="383952" y="4813447"/>
            <a:ext cx="14933429" cy="24261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tIns="45720" rIns="45719" bIns="45720" anchor="t">
            <a:normAutofit fontScale="62500" lnSpcReduction="20000"/>
          </a:bodyPr>
          <a:lstStyle>
            <a:lvl1pPr marL="0" marR="0" indent="0" algn="l" defTabSz="740663" rtl="0" latinLnBrk="0">
              <a:lnSpc>
                <a:spcPct val="100000"/>
              </a:lnSpc>
              <a:spcBef>
                <a:spcPts val="1400"/>
              </a:spcBef>
              <a:spcAft>
                <a:spcPts val="0"/>
              </a:spcAft>
              <a:buClrTx/>
              <a:buSzTx/>
              <a:buFontTx/>
              <a:buNone/>
              <a:tabLst/>
              <a:defRPr sz="6075" b="1" i="0" u="none" strike="noStrike" cap="none" spc="0" baseline="0">
                <a:solidFill>
                  <a:srgbClr val="191329"/>
                </a:solidFill>
                <a:uFillTx/>
                <a:latin typeface="+mn-lt"/>
                <a:ea typeface="+mn-ea"/>
                <a:cs typeface="+mn-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191329"/>
                </a:solidFill>
                <a:uFillTx/>
                <a:latin typeface="+mn-lt"/>
                <a:ea typeface="+mn-ea"/>
                <a:cs typeface="+mn-cs"/>
                <a:sym typeface="Arial"/>
              </a:defRPr>
            </a:lvl9pPr>
          </a:lstStyle>
          <a:p>
            <a:r>
              <a:rPr lang="en-US" sz="6050" dirty="0"/>
              <a:t>Repeated door designs across premium communities.</a:t>
            </a:r>
            <a:endParaRPr lang="en-US" dirty="0"/>
          </a:p>
          <a:p>
            <a:r>
              <a:rPr lang="en-US" sz="6050" dirty="0"/>
              <a:t>Clear recurring pain point around access and convenience.</a:t>
            </a:r>
          </a:p>
          <a:p>
            <a:r>
              <a:rPr lang="en-US" sz="6050" dirty="0"/>
              <a:t>Strong product door fit with minimal installation friction.</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 name="TextBox 6"/>
          <p:cNvSpPr txBox="1">
            <a:spLocks noGrp="1"/>
          </p:cNvSpPr>
          <p:nvPr>
            <p:ph type="sldNum" sz="quarter" idx="2"/>
          </p:nvPr>
        </p:nvSpPr>
        <p:spPr>
          <a:xfrm>
            <a:off x="17711682" y="9682298"/>
            <a:ext cx="127001"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6</a:t>
            </a:fld>
            <a:endParaRPr/>
          </a:p>
        </p:txBody>
      </p:sp>
      <p:sp>
        <p:nvSpPr>
          <p:cNvPr id="460" name="Text Placeholder 1"/>
          <p:cNvSpPr txBox="1">
            <a:spLocks noGrp="1"/>
          </p:cNvSpPr>
          <p:nvPr>
            <p:ph type="body" sz="quarter" idx="1"/>
          </p:nvPr>
        </p:nvSpPr>
        <p:spPr>
          <a:xfrm>
            <a:off x="372140" y="1233898"/>
            <a:ext cx="8686801" cy="785879"/>
          </a:xfrm>
          <a:prstGeom prst="rect">
            <a:avLst/>
          </a:prstGeom>
        </p:spPr>
        <p:txBody>
          <a:bodyPr>
            <a:normAutofit lnSpcReduction="10000"/>
          </a:bodyPr>
          <a:lstStyle>
            <a:lvl1pPr defTabSz="603504">
              <a:spcBef>
                <a:spcPts val="1100"/>
              </a:spcBef>
              <a:defRPr sz="4950"/>
            </a:lvl1pPr>
          </a:lstStyle>
          <a:p>
            <a:r>
              <a:t>Section heading</a:t>
            </a:r>
          </a:p>
        </p:txBody>
      </p:sp>
      <p:sp>
        <p:nvSpPr>
          <p:cNvPr id="461"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Section subhead</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TextBox 4"/>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7</a:t>
            </a:fld>
            <a:endParaRPr/>
          </a:p>
        </p:txBody>
      </p:sp>
      <p:sp>
        <p:nvSpPr>
          <p:cNvPr id="464" name="Text Placeholder 1"/>
          <p:cNvSpPr txBox="1">
            <a:spLocks noGrp="1"/>
          </p:cNvSpPr>
          <p:nvPr>
            <p:ph type="body" sz="quarter" idx="1"/>
          </p:nvPr>
        </p:nvSpPr>
        <p:spPr>
          <a:xfrm>
            <a:off x="372140" y="1233898"/>
            <a:ext cx="8686801" cy="785879"/>
          </a:xfrm>
          <a:prstGeom prst="rect">
            <a:avLst/>
          </a:prstGeom>
        </p:spPr>
        <p:txBody>
          <a:bodyPr>
            <a:normAutofit lnSpcReduction="10000"/>
          </a:bodyPr>
          <a:lstStyle>
            <a:lvl1pPr defTabSz="603504">
              <a:spcBef>
                <a:spcPts val="1100"/>
              </a:spcBef>
              <a:defRPr sz="4950"/>
            </a:lvl1pPr>
          </a:lstStyle>
          <a:p>
            <a:r>
              <a:t>Section heading</a:t>
            </a:r>
          </a:p>
        </p:txBody>
      </p:sp>
      <p:sp>
        <p:nvSpPr>
          <p:cNvPr id="465"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Section subhead</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 name="TextBox 17"/>
          <p:cNvSpPr txBox="1">
            <a:spLocks noGrp="1"/>
          </p:cNvSpPr>
          <p:nvPr>
            <p:ph type="sldNum" sz="quarter" idx="2"/>
          </p:nvPr>
        </p:nvSpPr>
        <p:spPr>
          <a:xfrm>
            <a:off x="17677285" y="9682298"/>
            <a:ext cx="161398"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8</a:t>
            </a:fld>
            <a:endParaRPr/>
          </a:p>
        </p:txBody>
      </p:sp>
      <p:pic>
        <p:nvPicPr>
          <p:cNvPr id="468" name="Picture Placeholder 1" descr="Picture Placeholder 1"/>
          <p:cNvPicPr>
            <a:picLocks noGrp="1" noChangeAspect="1"/>
          </p:cNvPicPr>
          <p:nvPr>
            <p:ph type="pic" idx="21"/>
          </p:nvPr>
        </p:nvPicPr>
        <p:blipFill>
          <a:blip r:embed="rId2"/>
          <a:stretch>
            <a:fillRect/>
          </a:stretch>
        </p:blipFill>
        <p:spPr>
          <a:prstGeom prst="rect">
            <a:avLst/>
          </a:prstGeom>
        </p:spPr>
      </p:pic>
      <p:sp>
        <p:nvSpPr>
          <p:cNvPr id="469" name="Text Placeholder 2"/>
          <p:cNvSpPr txBox="1">
            <a:spLocks noGrp="1"/>
          </p:cNvSpPr>
          <p:nvPr>
            <p:ph type="body" sz="quarter" idx="1"/>
          </p:nvPr>
        </p:nvSpPr>
        <p:spPr>
          <a:xfrm>
            <a:off x="372140" y="1233898"/>
            <a:ext cx="8686801" cy="785879"/>
          </a:xfrm>
          <a:prstGeom prst="rect">
            <a:avLst/>
          </a:prstGeom>
        </p:spPr>
        <p:txBody>
          <a:bodyPr>
            <a:normAutofit lnSpcReduction="10000"/>
          </a:bodyPr>
          <a:lstStyle>
            <a:lvl1pPr defTabSz="603504">
              <a:spcBef>
                <a:spcPts val="1100"/>
              </a:spcBef>
              <a:defRPr sz="4950"/>
            </a:lvl1pPr>
          </a:lstStyle>
          <a:p>
            <a:r>
              <a:t>Section heading</a:t>
            </a:r>
          </a:p>
        </p:txBody>
      </p:sp>
      <p:sp>
        <p:nvSpPr>
          <p:cNvPr id="470"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Section subhead</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TextBox 6"/>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9</a:t>
            </a:fld>
            <a:endParaRPr/>
          </a:p>
        </p:txBody>
      </p:sp>
      <p:pic>
        <p:nvPicPr>
          <p:cNvPr id="473" name="Picture Placeholder 1" descr="Picture Placeholder 1"/>
          <p:cNvPicPr>
            <a:picLocks noGrp="1" noChangeAspect="1"/>
          </p:cNvPicPr>
          <p:nvPr>
            <p:ph type="pic" idx="21"/>
          </p:nvPr>
        </p:nvPicPr>
        <p:blipFill>
          <a:blip r:embed="rId2"/>
          <a:stretch>
            <a:fillRect/>
          </a:stretch>
        </p:blipFill>
        <p:spPr>
          <a:prstGeom prst="rect">
            <a:avLst/>
          </a:prstGeom>
        </p:spPr>
      </p:pic>
      <p:sp>
        <p:nvSpPr>
          <p:cNvPr id="474" name="Text Placeholder 2"/>
          <p:cNvSpPr txBox="1">
            <a:spLocks noGrp="1"/>
          </p:cNvSpPr>
          <p:nvPr>
            <p:ph type="body" sz="quarter" idx="1"/>
          </p:nvPr>
        </p:nvSpPr>
        <p:spPr>
          <a:xfrm>
            <a:off x="372140" y="1233898"/>
            <a:ext cx="8686801" cy="785879"/>
          </a:xfrm>
          <a:prstGeom prst="rect">
            <a:avLst/>
          </a:prstGeom>
        </p:spPr>
        <p:txBody>
          <a:bodyPr>
            <a:normAutofit lnSpcReduction="10000"/>
          </a:bodyPr>
          <a:lstStyle>
            <a:lvl1pPr defTabSz="603504">
              <a:spcBef>
                <a:spcPts val="1100"/>
              </a:spcBef>
              <a:defRPr sz="4950"/>
            </a:lvl1pPr>
          </a:lstStyle>
          <a:p>
            <a:r>
              <a:t>Section heading</a:t>
            </a:r>
          </a:p>
        </p:txBody>
      </p:sp>
      <p:sp>
        <p:nvSpPr>
          <p:cNvPr id="475"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Section subhead</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TextBox 4"/>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10</a:t>
            </a:fld>
            <a:endParaRPr/>
          </a:p>
        </p:txBody>
      </p:sp>
      <p:pic>
        <p:nvPicPr>
          <p:cNvPr id="478" name="Picture Placeholder 1" descr="Picture Placeholder 1"/>
          <p:cNvPicPr>
            <a:picLocks noGrp="1" noChangeAspect="1"/>
          </p:cNvPicPr>
          <p:nvPr>
            <p:ph type="pic" idx="21"/>
          </p:nvPr>
        </p:nvPicPr>
        <p:blipFill>
          <a:blip r:embed="rId2"/>
          <a:stretch>
            <a:fillRect/>
          </a:stretch>
        </p:blipFill>
        <p:spPr>
          <a:prstGeom prst="rect">
            <a:avLst/>
          </a:prstGeom>
        </p:spPr>
      </p:pic>
      <p:sp>
        <p:nvSpPr>
          <p:cNvPr id="479" name="Text Placeholder 2"/>
          <p:cNvSpPr txBox="1">
            <a:spLocks noGrp="1"/>
          </p:cNvSpPr>
          <p:nvPr>
            <p:ph type="body" sz="quarter" idx="1"/>
          </p:nvPr>
        </p:nvSpPr>
        <p:spPr>
          <a:xfrm>
            <a:off x="372140" y="1233898"/>
            <a:ext cx="8686801" cy="785879"/>
          </a:xfrm>
          <a:prstGeom prst="rect">
            <a:avLst/>
          </a:prstGeom>
        </p:spPr>
        <p:txBody>
          <a:bodyPr>
            <a:normAutofit lnSpcReduction="10000"/>
          </a:bodyPr>
          <a:lstStyle>
            <a:lvl1pPr defTabSz="603504">
              <a:spcBef>
                <a:spcPts val="1100"/>
              </a:spcBef>
              <a:defRPr sz="4950"/>
            </a:lvl1pPr>
          </a:lstStyle>
          <a:p>
            <a:r>
              <a:t>Section heading</a:t>
            </a:r>
          </a:p>
        </p:txBody>
      </p:sp>
      <p:sp>
        <p:nvSpPr>
          <p:cNvPr id="480"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Section subhead</a:t>
            </a:r>
          </a:p>
        </p:txBody>
      </p:sp>
      <p:sp>
        <p:nvSpPr>
          <p:cNvPr id="481" name="Rectangle 5"/>
          <p:cNvSpPr/>
          <p:nvPr/>
        </p:nvSpPr>
        <p:spPr>
          <a:xfrm>
            <a:off x="254000" y="9431866"/>
            <a:ext cx="1117600" cy="567267"/>
          </a:xfrm>
          <a:prstGeom prst="rect">
            <a:avLst/>
          </a:prstGeom>
          <a:solidFill>
            <a:srgbClr val="191329"/>
          </a:solidFill>
          <a:ln w="12700">
            <a:miter lim="400000"/>
          </a:ln>
        </p:spPr>
        <p:txBody>
          <a:bodyPr lIns="45719" rIns="45719" anchor="ctr"/>
          <a:lstStyle/>
          <a:p>
            <a:pPr algn="ctr">
              <a:defRPr>
                <a:solidFill>
                  <a:srgbClr val="FFFFFF"/>
                </a:solidFill>
              </a:defRPr>
            </a:pPr>
            <a:endParaRPr/>
          </a:p>
        </p:txBody>
      </p:sp>
      <p:pic>
        <p:nvPicPr>
          <p:cNvPr id="482" name="Picture 6" descr="Picture 6"/>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TextBox 4"/>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pic>
        <p:nvPicPr>
          <p:cNvPr id="485" name="Picture Placeholder 1" descr="Picture Placeholder 1"/>
          <p:cNvPicPr>
            <a:picLocks noGrp="1" noChangeAspect="1"/>
          </p:cNvPicPr>
          <p:nvPr>
            <p:ph type="pic" idx="21"/>
          </p:nvPr>
        </p:nvPicPr>
        <p:blipFill>
          <a:blip r:embed="rId2"/>
          <a:stretch>
            <a:fillRect/>
          </a:stretch>
        </p:blipFill>
        <p:spPr>
          <a:prstGeom prst="rect">
            <a:avLst/>
          </a:prstGeom>
        </p:spPr>
      </p:pic>
      <p:sp>
        <p:nvSpPr>
          <p:cNvPr id="486" name="Text Placeholder 2"/>
          <p:cNvSpPr txBox="1">
            <a:spLocks noGrp="1"/>
          </p:cNvSpPr>
          <p:nvPr>
            <p:ph type="body" sz="quarter" idx="1"/>
          </p:nvPr>
        </p:nvSpPr>
        <p:spPr>
          <a:xfrm>
            <a:off x="372140" y="1233898"/>
            <a:ext cx="8686801" cy="785879"/>
          </a:xfrm>
          <a:prstGeom prst="rect">
            <a:avLst/>
          </a:prstGeom>
        </p:spPr>
        <p:txBody>
          <a:bodyPr>
            <a:normAutofit lnSpcReduction="10000"/>
          </a:bodyPr>
          <a:lstStyle>
            <a:lvl1pPr defTabSz="603504">
              <a:spcBef>
                <a:spcPts val="1100"/>
              </a:spcBef>
              <a:defRPr sz="4950"/>
            </a:lvl1pPr>
          </a:lstStyle>
          <a:p>
            <a:r>
              <a:t>Section heading</a:t>
            </a:r>
          </a:p>
        </p:txBody>
      </p:sp>
      <p:sp>
        <p:nvSpPr>
          <p:cNvPr id="487"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Section subhead</a:t>
            </a:r>
          </a:p>
        </p:txBody>
      </p:sp>
      <p:sp>
        <p:nvSpPr>
          <p:cNvPr id="488" name="TextBox 18"/>
          <p:cNvSpPr txBox="1"/>
          <p:nvPr/>
        </p:nvSpPr>
        <p:spPr>
          <a:xfrm>
            <a:off x="2190056" y="9679347"/>
            <a:ext cx="1864043" cy="1820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4">
                <a:solidFill>
                  <a:srgbClr val="FFFFFF"/>
                </a:solidFill>
              </a:defRPr>
            </a:lvl1pPr>
          </a:lstStyle>
          <a:p>
            <a:r>
              <a:t>Presentation heading</a:t>
            </a:r>
          </a:p>
        </p:txBody>
      </p:sp>
      <p:sp>
        <p:nvSpPr>
          <p:cNvPr id="489" name="TextBox 19"/>
          <p:cNvSpPr txBox="1"/>
          <p:nvPr/>
        </p:nvSpPr>
        <p:spPr>
          <a:xfrm>
            <a:off x="5709406" y="9682312"/>
            <a:ext cx="1004683" cy="1820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4">
                <a:solidFill>
                  <a:srgbClr val="FFFFFF"/>
                </a:solidFill>
              </a:defRPr>
            </a:lvl1pPr>
          </a:lstStyle>
          <a:p>
            <a:r>
              <a:t>05 April 2024</a:t>
            </a:r>
          </a:p>
        </p:txBody>
      </p:sp>
      <p:sp>
        <p:nvSpPr>
          <p:cNvPr id="490" name="TextBox 20"/>
          <p:cNvSpPr txBox="1"/>
          <p:nvPr/>
        </p:nvSpPr>
        <p:spPr>
          <a:xfrm>
            <a:off x="9205914" y="9682312"/>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6">
                <a:solidFill>
                  <a:srgbClr val="FFFFFF"/>
                </a:solidFill>
              </a:defRPr>
            </a:lvl1pPr>
          </a:lstStyle>
          <a:p>
            <a:r>
              <a:t>Proprietary &amp; Confidential</a:t>
            </a:r>
          </a:p>
        </p:txBody>
      </p:sp>
      <p:sp>
        <p:nvSpPr>
          <p:cNvPr id="491" name="TextBox 7"/>
          <p:cNvSpPr txBox="1"/>
          <p:nvPr/>
        </p:nvSpPr>
        <p:spPr>
          <a:xfrm>
            <a:off x="17300523" y="9682298"/>
            <a:ext cx="538160"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1500"/>
              </a:lnSpc>
              <a:defRPr sz="1100" b="1" spc="4">
                <a:solidFill>
                  <a:srgbClr val="FFFFFF"/>
                </a:solidFill>
              </a:defRPr>
            </a:lvl1pPr>
          </a:lstStyle>
          <a:p>
            <a:r>
              <a:t>14</a:t>
            </a:r>
          </a:p>
        </p:txBody>
      </p:sp>
      <p:pic>
        <p:nvPicPr>
          <p:cNvPr id="492"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12</a:t>
            </a:fld>
            <a:endParaRPr/>
          </a:p>
        </p:txBody>
      </p:sp>
      <p:sp>
        <p:nvSpPr>
          <p:cNvPr id="495" name="Text Placeholder 1"/>
          <p:cNvSpPr txBox="1">
            <a:spLocks noGrp="1"/>
          </p:cNvSpPr>
          <p:nvPr>
            <p:ph type="body" sz="half" idx="1"/>
          </p:nvPr>
        </p:nvSpPr>
        <p:spPr>
          <a:prstGeom prst="rect">
            <a:avLst/>
          </a:prstGeom>
        </p:spPr>
        <p:txBody>
          <a:bodyPr/>
          <a:lstStyle/>
          <a:p>
            <a:r>
              <a:t>Andandelibus vit lationsequia niendic to ommolore in eaque nos nimin etum faccae lab iuntotatios moluptam quiae. Nam dollandia quibusdae porerum ullendunt, te quidebita volorae aris con none vellace aquidi nate im repudanis modia coreprae ne mos a nonsequia nestibustist omni intota voloratem quatus duscius eum harum eum nonem quam dunt pra ipsum quunti nihictu repratus essit, con comnietur, sequaes sitasit, nis am re vent vel moditis vides eaquis dolut quamus arum quasim ut od uta pliquis quassum et accust, solest adi occuptate pe eum idelictus adigenditi doluptiorem eum vit vent aut que nos maxim illoribus pelluptatem ndanimi, volorum, nobisto blabo.</a:t>
            </a:r>
          </a:p>
        </p:txBody>
      </p:sp>
      <p:sp>
        <p:nvSpPr>
          <p:cNvPr id="496"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heading</a:t>
            </a:r>
          </a:p>
        </p:txBody>
      </p:sp>
      <p:sp>
        <p:nvSpPr>
          <p:cNvPr id="497"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13</a:t>
            </a:fld>
            <a:endParaRPr/>
          </a:p>
        </p:txBody>
      </p:sp>
      <p:sp>
        <p:nvSpPr>
          <p:cNvPr id="500" name="Text Placeholder 1"/>
          <p:cNvSpPr txBox="1">
            <a:spLocks noGrp="1"/>
          </p:cNvSpPr>
          <p:nvPr>
            <p:ph type="body" sz="half" idx="1"/>
          </p:nvPr>
        </p:nvSpPr>
        <p:spPr>
          <a:xfrm>
            <a:off x="379710" y="2243597"/>
            <a:ext cx="10372726" cy="5573715"/>
          </a:xfrm>
          <a:prstGeom prst="rect">
            <a:avLst/>
          </a:prstGeom>
        </p:spPr>
        <p:txBody>
          <a:bodyPr/>
          <a:lstStyle/>
          <a:p>
            <a:pPr>
              <a:buFont typeface="Helvetica"/>
            </a:pPr>
            <a:r>
              <a:t>Andandelibus vit lationsequia niendic to ommolore in eaque nos nimin etum faccae lab iuntotatios moluptam quiae. </a:t>
            </a:r>
          </a:p>
          <a:p>
            <a:pPr>
              <a:buFont typeface="Helvetica"/>
            </a:pPr>
            <a:r>
              <a:t>Nam dollandia quibusdae porerum ullendunt, te quidebita volorae aris con none vellace aquidi nate im repudanis modia.</a:t>
            </a:r>
          </a:p>
          <a:p>
            <a:pPr>
              <a:buFont typeface="Helvetica"/>
            </a:pPr>
            <a:r>
              <a:t>Coreprae ne mos a nonsequia nestibustist omni intota voloratem quatus duscius eum harum eum nonem quam dunt pra ipsum.</a:t>
            </a:r>
          </a:p>
          <a:p>
            <a:pPr>
              <a:buFont typeface="Helvetica"/>
            </a:pPr>
            <a:r>
              <a:t>Quunti nihictu repratus essit, con comnietur, sequaes sitasit, nis am re vent vel moditis vides eaquis dolut quamus arum quasim ut od. </a:t>
            </a:r>
          </a:p>
          <a:p>
            <a:pPr>
              <a:buFont typeface="Helvetica"/>
            </a:pPr>
            <a:r>
              <a:t>Uta pliquis quassum et accust, solest adi occuptate pe eum idelictus adigenditi doluptiorem eum vit vent aut que nos maxim illoribus </a:t>
            </a:r>
          </a:p>
          <a:p>
            <a:pPr>
              <a:buFont typeface="Helvetica"/>
            </a:pPr>
            <a:r>
              <a:t>Pelluptatem ndanimi, volorum, nobisto blabo.</a:t>
            </a:r>
          </a:p>
        </p:txBody>
      </p:sp>
      <p:sp>
        <p:nvSpPr>
          <p:cNvPr id="501"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heading</a:t>
            </a:r>
          </a:p>
        </p:txBody>
      </p:sp>
      <p:sp>
        <p:nvSpPr>
          <p:cNvPr id="502"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14</a:t>
            </a:fld>
            <a:endParaRPr/>
          </a:p>
        </p:txBody>
      </p:sp>
      <p:pic>
        <p:nvPicPr>
          <p:cNvPr id="505" name="Picture Placeholder 1" descr="Picture Placeholder 1"/>
          <p:cNvPicPr>
            <a:picLocks noGrp="1" noChangeAspect="1"/>
          </p:cNvPicPr>
          <p:nvPr>
            <p:ph type="pic" idx="21"/>
          </p:nvPr>
        </p:nvPicPr>
        <p:blipFill>
          <a:blip r:embed="rId2"/>
          <a:stretch>
            <a:fillRect/>
          </a:stretch>
        </p:blipFill>
        <p:spPr>
          <a:prstGeom prst="rect">
            <a:avLst/>
          </a:prstGeom>
        </p:spPr>
      </p:pic>
      <p:sp>
        <p:nvSpPr>
          <p:cNvPr id="506" name="Text Placeholder 2"/>
          <p:cNvSpPr txBox="1">
            <a:spLocks noGrp="1"/>
          </p:cNvSpPr>
          <p:nvPr>
            <p:ph type="body" sz="quarter" idx="1"/>
          </p:nvPr>
        </p:nvSpPr>
        <p:spPr>
          <a:xfrm>
            <a:off x="351325" y="316526"/>
            <a:ext cx="3477726" cy="534988"/>
          </a:xfrm>
          <a:prstGeom prst="rect">
            <a:avLst/>
          </a:prstGeom>
        </p:spPr>
        <p:txBody>
          <a:bodyPr>
            <a:normAutofit lnSpcReduction="10000"/>
          </a:bodyPr>
          <a:lstStyle>
            <a:lvl1pPr defTabSz="896111">
              <a:defRPr sz="3136"/>
            </a:lvl1pPr>
          </a:lstStyle>
          <a:p>
            <a:r>
              <a:t>Slide heading</a:t>
            </a:r>
          </a:p>
        </p:txBody>
      </p:sp>
      <p:sp>
        <p:nvSpPr>
          <p:cNvPr id="507"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
        <p:nvSpPr>
          <p:cNvPr id="508" name="Text Placeholder 4"/>
          <p:cNvSpPr>
            <a:spLocks noGrp="1"/>
          </p:cNvSpPr>
          <p:nvPr>
            <p:ph type="body" idx="23"/>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Andandelibus vit lationsequia niendic to ommolore in eaque nos nimin etum faccae lab iuntotatios moluptam quiae. Nam dollandia quibusdae porerum ullendunt, te quidebita volorae aris con none vellace aquidi nate im repudanis modia coreprae ne mos a nonsequia nestibustist omni intota voloratem quatus duscius eum harum eum nonem quam dunt pra ipsum quunti nihictu repratus essit, con comnietur, sequaes sitasit, nis am re vent vel moditis vides eaquis dolut quamus arum quasim ut od uta pliquis quassum et accust, solest adi occuptate pe eum idelictus.</a:t>
            </a:r>
          </a:p>
        </p:txBody>
      </p:sp>
      <p:sp>
        <p:nvSpPr>
          <p:cNvPr id="509" name="TextBox 20"/>
          <p:cNvSpPr txBox="1"/>
          <p:nvPr/>
        </p:nvSpPr>
        <p:spPr>
          <a:xfrm>
            <a:off x="9205914" y="9682312"/>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6">
                <a:solidFill>
                  <a:srgbClr val="71716F"/>
                </a:solidFill>
              </a:defRPr>
            </a:lvl1pPr>
          </a:lstStyle>
          <a:p>
            <a:r>
              <a:t>Proprietary &amp; Confidential</a:t>
            </a:r>
          </a:p>
        </p:txBody>
      </p:sp>
      <p:sp>
        <p:nvSpPr>
          <p:cNvPr id="510" name="TextBox 6"/>
          <p:cNvSpPr txBox="1"/>
          <p:nvPr/>
        </p:nvSpPr>
        <p:spPr>
          <a:xfrm>
            <a:off x="17300523" y="9682298"/>
            <a:ext cx="538160"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1500"/>
              </a:lnSpc>
              <a:defRPr sz="1100" b="1" spc="4">
                <a:solidFill>
                  <a:srgbClr val="E00600"/>
                </a:solidFill>
              </a:defRPr>
            </a:lvl1pPr>
          </a:lstStyle>
          <a:p>
            <a:r>
              <a:t>17</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15</a:t>
            </a:fld>
            <a:endParaRPr/>
          </a:p>
        </p:txBody>
      </p:sp>
      <p:sp>
        <p:nvSpPr>
          <p:cNvPr id="513" name="Text Placeholder 1"/>
          <p:cNvSpPr txBox="1">
            <a:spLocks noGrp="1"/>
          </p:cNvSpPr>
          <p:nvPr>
            <p:ph type="body" sz="quarter" idx="1"/>
          </p:nvPr>
        </p:nvSpPr>
        <p:spPr>
          <a:xfrm>
            <a:off x="351325" y="316526"/>
            <a:ext cx="3477726" cy="534988"/>
          </a:xfrm>
          <a:prstGeom prst="rect">
            <a:avLst/>
          </a:prstGeom>
        </p:spPr>
        <p:txBody>
          <a:bodyPr>
            <a:normAutofit lnSpcReduction="10000"/>
          </a:bodyPr>
          <a:lstStyle>
            <a:lvl1pPr defTabSz="896111">
              <a:defRPr sz="3136"/>
            </a:lvl1pPr>
          </a:lstStyle>
          <a:p>
            <a:r>
              <a:t>Slide heading</a:t>
            </a:r>
          </a:p>
        </p:txBody>
      </p:sp>
      <p:sp>
        <p:nvSpPr>
          <p:cNvPr id="514"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
        <p:nvSpPr>
          <p:cNvPr id="515"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Andandelibus vit lationsequia niendic to ommolore in eaque nos nimin etum faccae lab iuntotatios moluptam quiae. Nam dollandia quibusdae porerum ullendunt, te quidebita volorae aris con none vellace aquidi nate im repudanis modia coreprae ne mos a nonsequia nestibustist omni intota voloratem quatus duscius eum harum eum nonem quam dunt pra ipsum quunti nihictu repratus essit. Con comnietur, sequaes sitasit, nis am re vent vel moditis vides eaquis dolut quamus arum quasim ut od uta pliquis quassum et accust, solest adi occuptate pe eum idelictus adigenditi doluptiorem eum vit vent aut que nos maxim illoribus pelluptatem ndanimi, volorum, nobisto blabo. voloratem quatus duscius eum harum eum nonem quam dunt pra ipsum quunti nihictu repratus essit. Con comnietur, sequaes sitasit, nis am re vent vel moditis vides eaquis dolut quamus arum. Nam dollandia quibusdae porerum ullendunt, te quidebita volorae aris con none vellace aquidi nate im repudanis modia coreprae reparatum ellis. Nam dollandia quibusdae porerum ullendunt, te quidebita volorae aris con none vellace aquidi nate im repudanis modia coreprae ne mos a nonsequia nestibustist omni intota voloratem quatus duscius eum harum  quasim ut od uta.</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16</a:t>
            </a:fld>
            <a:endParaRPr/>
          </a:p>
        </p:txBody>
      </p:sp>
      <p:pic>
        <p:nvPicPr>
          <p:cNvPr id="518" name="Picture Placeholder 1" descr="Picture Placeholder 1"/>
          <p:cNvPicPr>
            <a:picLocks noGrp="1" noChangeAspect="1"/>
          </p:cNvPicPr>
          <p:nvPr>
            <p:ph type="pic" idx="21"/>
          </p:nvPr>
        </p:nvPicPr>
        <p:blipFill>
          <a:blip r:embed="rId2"/>
          <a:stretch>
            <a:fillRect/>
          </a:stretch>
        </p:blipFill>
        <p:spPr>
          <a:prstGeom prst="rect">
            <a:avLst/>
          </a:prstGeom>
        </p:spPr>
      </p:pic>
      <p:sp>
        <p:nvSpPr>
          <p:cNvPr id="519" name="Text Placeholder 2"/>
          <p:cNvSpPr txBox="1">
            <a:spLocks noGrp="1"/>
          </p:cNvSpPr>
          <p:nvPr>
            <p:ph type="body" sz="quarter" idx="1"/>
          </p:nvPr>
        </p:nvSpPr>
        <p:spPr>
          <a:xfrm>
            <a:off x="351325" y="316526"/>
            <a:ext cx="3477726" cy="534988"/>
          </a:xfrm>
          <a:prstGeom prst="rect">
            <a:avLst/>
          </a:prstGeom>
        </p:spPr>
        <p:txBody>
          <a:bodyPr>
            <a:normAutofit lnSpcReduction="10000"/>
          </a:bodyPr>
          <a:lstStyle>
            <a:lvl1pPr defTabSz="896111">
              <a:defRPr sz="3136"/>
            </a:lvl1pPr>
          </a:lstStyle>
          <a:p>
            <a:r>
              <a:t>Slide heading</a:t>
            </a:r>
          </a:p>
        </p:txBody>
      </p:sp>
      <p:sp>
        <p:nvSpPr>
          <p:cNvPr id="520"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
        <p:nvSpPr>
          <p:cNvPr id="521" name="Text Placeholder 4"/>
          <p:cNvSpPr>
            <a:spLocks noGrp="1"/>
          </p:cNvSpPr>
          <p:nvPr>
            <p:ph type="body" idx="23"/>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nSpc>
                <a:spcPct val="100000"/>
              </a:lnSpc>
              <a:spcBef>
                <a:spcPts val="400"/>
              </a:spcBef>
            </a:lvl1pPr>
          </a:lstStyle>
          <a:p>
            <a:r>
              <a:t>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a:t>
            </a:r>
          </a:p>
        </p:txBody>
      </p:sp>
      <p:sp>
        <p:nvSpPr>
          <p:cNvPr id="522" name="TextBox 6"/>
          <p:cNvSpPr txBox="1"/>
          <p:nvPr/>
        </p:nvSpPr>
        <p:spPr>
          <a:xfrm>
            <a:off x="17300523" y="9682298"/>
            <a:ext cx="538160"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1500"/>
              </a:lnSpc>
              <a:defRPr sz="1100" b="1" spc="4">
                <a:solidFill>
                  <a:srgbClr val="E00600"/>
                </a:solidFill>
              </a:defRPr>
            </a:lvl1pPr>
          </a:lstStyle>
          <a:p>
            <a:r>
              <a:t>19</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4"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17</a:t>
            </a:fld>
            <a:endParaRPr/>
          </a:p>
        </p:txBody>
      </p:sp>
      <p:sp>
        <p:nvSpPr>
          <p:cNvPr id="525" name="Text Placeholder 1"/>
          <p:cNvSpPr txBox="1">
            <a:spLocks noGrp="1"/>
          </p:cNvSpPr>
          <p:nvPr>
            <p:ph type="body" sz="quarter" idx="1"/>
          </p:nvPr>
        </p:nvSpPr>
        <p:spPr>
          <a:xfrm>
            <a:off x="351325" y="316526"/>
            <a:ext cx="3477726" cy="534988"/>
          </a:xfrm>
          <a:prstGeom prst="rect">
            <a:avLst/>
          </a:prstGeom>
        </p:spPr>
        <p:txBody>
          <a:bodyPr>
            <a:normAutofit lnSpcReduction="10000"/>
          </a:bodyPr>
          <a:lstStyle>
            <a:lvl1pPr defTabSz="896111">
              <a:defRPr sz="3136"/>
            </a:lvl1pPr>
          </a:lstStyle>
          <a:p>
            <a:r>
              <a:t>Slide heading</a:t>
            </a:r>
          </a:p>
        </p:txBody>
      </p:sp>
      <p:sp>
        <p:nvSpPr>
          <p:cNvPr id="526"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
        <p:nvSpPr>
          <p:cNvPr id="527"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lnSpc>
                <a:spcPct val="100000"/>
              </a:lnSpc>
              <a:spcBef>
                <a:spcPts val="400"/>
              </a:spcBef>
            </a:lvl1pPr>
          </a:lstStyle>
          <a:p>
            <a:r>
              <a:t>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Aliquam erat volutpat. Vestibulum aliquet quam lacus, vel eleifend nibh blandit quis. Etiam sed eleifend magna. Morbi gravida vulputate sollicitudin. Etiam nisl dolor, facilisis nec dolor id. Vestibulum ante ipsum primis in faucibus orci luctus et ultrices posuere cubilia curae; Nulla eu odio vel libero bibendum tristique. Integer rhoncus mauris nec imperdiet faucibus. Etiam nisl dolor, facilisis nec dolor id, egestas mattis lorem. Sed sodales sem nulla, et tempor dolor efficitur sed. Pellentesque ut mauris non lacus tempor iaculis non et ligula. Maecenas ultricies rhoncus eros, non pulvinar neque blandit a. Vestibulum vel rhoncus arcu. Aliquam erat volutpat. Vestibulum aliquet quam lacus, vel eleifend nibh blandit quis. Etiam sed eleifend magna. Morbi gravida vulputate sollicitudin. Etiam nisl dolor, facilisis nec dolor id.</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9"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18</a:t>
            </a:fld>
            <a:endParaRPr/>
          </a:p>
        </p:txBody>
      </p:sp>
      <p:sp>
        <p:nvSpPr>
          <p:cNvPr id="530" name="Text Placeholder 1"/>
          <p:cNvSpPr txBox="1">
            <a:spLocks noGrp="1"/>
          </p:cNvSpPr>
          <p:nvPr>
            <p:ph type="body" sz="quarter" idx="1"/>
          </p:nvPr>
        </p:nvSpPr>
        <p:spPr>
          <a:xfrm>
            <a:off x="351325" y="316526"/>
            <a:ext cx="3477726" cy="534988"/>
          </a:xfrm>
          <a:prstGeom prst="rect">
            <a:avLst/>
          </a:prstGeom>
        </p:spPr>
        <p:txBody>
          <a:bodyPr>
            <a:normAutofit lnSpcReduction="10000"/>
          </a:bodyPr>
          <a:lstStyle>
            <a:lvl1pPr defTabSz="896111">
              <a:defRPr sz="3136"/>
            </a:lvl1pPr>
          </a:lstStyle>
          <a:p>
            <a:r>
              <a:t>Slide heading</a:t>
            </a:r>
          </a:p>
        </p:txBody>
      </p:sp>
      <p:sp>
        <p:nvSpPr>
          <p:cNvPr id="531"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
        <p:nvSpPr>
          <p:cNvPr id="532"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Lorem ipsum dolor sit amet, consectetur adipiscing elit. Aliquam vehicula magna enim, ac sagittis ipsum tempus quis. Vestibulum ut convallis ante. Morbi ut mauris consequat, rhoncus justo non, tincidunt ante.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 Phasellus placerat ut dui dictum pulvinar. Vestibulum sit amet elementum sem. Aliquam erat volutpat. Vestibulum aliquet quam lacus, vel eleifend nibh blandit quis. Etiam sed eleifend magna. Morbi gravida vulputate sollicitudin. Etiam nisl dolor, facilisis nec dolor id. Vestibulum ante ipsum primis in faucibus orci luctus et ultrices posuere cubilia curae; Nulla eu odio vel libero bibendum tristique. Integer rhoncus mauris nec imperdiet faucibus. Etiam nisl dolor, facilisis nec dolor id, egestas mattis lorem. Sed sodales sem nulla, et tempor dolor efficitur sed. Pellentesque ut mauris non lacus tempor iaculis non et ligula. Maecenas ultricies rhoncus eros, non pulvinar neque blandit a. Vestibulum vel rhoncus arcu. Aliquam erat volutpat. Vestibulum aliquet quam lacus, vel eleifend nibh blandit quis. Etiam sed eleifend magna. Morbi gravida vulputate sollicitudin. Etiam nisl dolor, facilisis nec dolor id. Nullam ut turpis rhoncus, ullamcorper nunc cursus, vehicula tellus. Nullam non nisi ac lacus sagittis feugiat. Integer molestie ut elit ut tempor. Nullam lobortis auctor nibh, ut congue risus cursus accumsan. Fusce quis sapien tortor. Nam purus ligula, rutrum vel eros luctus, ornare laoreet velit. Praesent imperdiet massa eu nisl facilisis fermentum. Nam et condimentum lacus. Phasellus mollis pulvinar mauris vel sodales. Sed a porta odio. Nunc ut mattis quam.</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4"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pic>
        <p:nvPicPr>
          <p:cNvPr id="535" name="Picture Placeholder 1" descr="Picture Placeholder 1"/>
          <p:cNvPicPr>
            <a:picLocks noGrp="1" noChangeAspect="1"/>
          </p:cNvPicPr>
          <p:nvPr>
            <p:ph type="pic" idx="21"/>
          </p:nvPr>
        </p:nvPicPr>
        <p:blipFill>
          <a:blip r:embed="rId2"/>
          <a:stretch>
            <a:fillRect/>
          </a:stretch>
        </p:blipFill>
        <p:spPr>
          <a:prstGeom prst="rect">
            <a:avLst/>
          </a:prstGeom>
        </p:spPr>
      </p:pic>
      <p:sp>
        <p:nvSpPr>
          <p:cNvPr id="536" name="Text Placeholder 2"/>
          <p:cNvSpPr txBox="1">
            <a:spLocks noGrp="1"/>
          </p:cNvSpPr>
          <p:nvPr>
            <p:ph type="body" sz="quarter" idx="1"/>
          </p:nvPr>
        </p:nvSpPr>
        <p:spPr>
          <a:xfrm>
            <a:off x="351325" y="316526"/>
            <a:ext cx="3477726" cy="534988"/>
          </a:xfrm>
          <a:prstGeom prst="rect">
            <a:avLst/>
          </a:prstGeom>
        </p:spPr>
        <p:txBody>
          <a:bodyPr>
            <a:normAutofit lnSpcReduction="10000"/>
          </a:bodyPr>
          <a:lstStyle>
            <a:lvl1pPr defTabSz="896111">
              <a:defRPr sz="3136"/>
            </a:lvl1pPr>
          </a:lstStyle>
          <a:p>
            <a:r>
              <a:t>Slide heading</a:t>
            </a:r>
          </a:p>
        </p:txBody>
      </p:sp>
      <p:sp>
        <p:nvSpPr>
          <p:cNvPr id="537"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
        <p:nvSpPr>
          <p:cNvPr id="538" name="TextBox 18"/>
          <p:cNvSpPr txBox="1"/>
          <p:nvPr/>
        </p:nvSpPr>
        <p:spPr>
          <a:xfrm>
            <a:off x="2190056" y="9679347"/>
            <a:ext cx="1864043" cy="1820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4">
                <a:solidFill>
                  <a:srgbClr val="FFFFFF"/>
                </a:solidFill>
              </a:defRPr>
            </a:lvl1pPr>
          </a:lstStyle>
          <a:p>
            <a:r>
              <a:t>Presentation heading</a:t>
            </a:r>
          </a:p>
        </p:txBody>
      </p:sp>
      <p:sp>
        <p:nvSpPr>
          <p:cNvPr id="539" name="TextBox 19"/>
          <p:cNvSpPr txBox="1"/>
          <p:nvPr/>
        </p:nvSpPr>
        <p:spPr>
          <a:xfrm>
            <a:off x="5709406" y="9682312"/>
            <a:ext cx="1004683" cy="18200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4">
                <a:solidFill>
                  <a:srgbClr val="FFFFFF"/>
                </a:solidFill>
              </a:defRPr>
            </a:lvl1pPr>
          </a:lstStyle>
          <a:p>
            <a:r>
              <a:t>05 April 2024</a:t>
            </a:r>
          </a:p>
        </p:txBody>
      </p:sp>
      <p:sp>
        <p:nvSpPr>
          <p:cNvPr id="540" name="TextBox 20"/>
          <p:cNvSpPr txBox="1"/>
          <p:nvPr/>
        </p:nvSpPr>
        <p:spPr>
          <a:xfrm>
            <a:off x="9205914" y="9682312"/>
            <a:ext cx="2495306"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nSpc>
                <a:spcPts val="1500"/>
              </a:lnSpc>
              <a:defRPr sz="1100" spc="6">
                <a:solidFill>
                  <a:srgbClr val="FFFFFF"/>
                </a:solidFill>
              </a:defRPr>
            </a:lvl1pPr>
          </a:lstStyle>
          <a:p>
            <a:r>
              <a:t>Proprietary &amp; Confidential</a:t>
            </a:r>
          </a:p>
        </p:txBody>
      </p:sp>
      <p:sp>
        <p:nvSpPr>
          <p:cNvPr id="541" name="TextBox 7"/>
          <p:cNvSpPr txBox="1"/>
          <p:nvPr/>
        </p:nvSpPr>
        <p:spPr>
          <a:xfrm>
            <a:off x="17300523" y="9682298"/>
            <a:ext cx="538160" cy="18200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algn="r">
              <a:lnSpc>
                <a:spcPts val="1500"/>
              </a:lnSpc>
              <a:defRPr sz="1100" b="1" spc="4">
                <a:solidFill>
                  <a:srgbClr val="FFFFFF"/>
                </a:solidFill>
              </a:defRPr>
            </a:lvl1pPr>
          </a:lstStyle>
          <a:p>
            <a:r>
              <a:t>22</a:t>
            </a:r>
          </a:p>
        </p:txBody>
      </p:sp>
      <p:pic>
        <p:nvPicPr>
          <p:cNvPr id="542" name="Picture 9" descr="Picture 9"/>
          <p:cNvPicPr>
            <a:picLocks noChangeAspect="1"/>
          </p:cNvPicPr>
          <p:nvPr/>
        </p:nvPicPr>
        <p:blipFill>
          <a:blip r:embed="rId3"/>
          <a:stretch>
            <a:fillRect/>
          </a:stretch>
        </p:blipFill>
        <p:spPr>
          <a:xfrm>
            <a:off x="465962" y="9470663"/>
            <a:ext cx="538159" cy="500394"/>
          </a:xfrm>
          <a:prstGeom prst="rect">
            <a:avLst/>
          </a:prstGeom>
          <a:ln w="12700">
            <a:miter lim="400000"/>
          </a:ln>
        </p:spPr>
      </p:pic>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4" name="TextBox 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sp>
        <p:nvSpPr>
          <p:cNvPr id="545" name="Text Placeholder 1"/>
          <p:cNvSpPr txBox="1">
            <a:spLocks noGrp="1"/>
          </p:cNvSpPr>
          <p:nvPr>
            <p:ph type="body" sz="quarter" idx="1"/>
          </p:nvPr>
        </p:nvSpPr>
        <p:spPr>
          <a:prstGeom prst="rect">
            <a:avLst/>
          </a:prstGeom>
        </p:spPr>
        <p:txBody>
          <a:bodyPr>
            <a:normAutofit lnSpcReduction="10000"/>
          </a:bodyPr>
          <a:lstStyle>
            <a:lvl1pPr defTabSz="822959">
              <a:spcBef>
                <a:spcPts val="500"/>
              </a:spcBef>
              <a:defRPr sz="2250"/>
            </a:lvl1pPr>
          </a:lstStyle>
          <a:p>
            <a:r>
              <a:t>Phase heading</a:t>
            </a:r>
          </a:p>
        </p:txBody>
      </p:sp>
      <p:sp>
        <p:nvSpPr>
          <p:cNvPr id="546"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Lorem ipsum dolor sit amet, consectetur adipiscing elit, sed do eiusmod tempor incididunt ut labore et dolore magna aliqua. Ut enim ad minim veniam, quis nostrud. Sed mostrum audio bea vel modi ut lantibust adi ulpa pore con niae volupta tiaspiet explat repudigni incto.</a:t>
            </a:r>
          </a:p>
        </p:txBody>
      </p:sp>
      <p:sp>
        <p:nvSpPr>
          <p:cNvPr id="547"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Phase heading</a:t>
            </a:r>
          </a:p>
        </p:txBody>
      </p:sp>
      <p:sp>
        <p:nvSpPr>
          <p:cNvPr id="548" name="Text Placeholder 4"/>
          <p:cNvSpPr>
            <a:spLocks noGrp="1"/>
          </p:cNvSpPr>
          <p:nvPr>
            <p:ph type="body" idx="23"/>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Lorem ipsum dolor sit amet, consectetur adipiscing elit, sed do eiusmod tempor incididunt ut labore et dolore magna aliqua. Ut enim ad minim veniam, quis nostrud. Sed mostrum audio bea vel modi ut lantibust adi ulpa pore con niae volupta tiaspiet explat repudigni incto.</a:t>
            </a:r>
          </a:p>
        </p:txBody>
      </p:sp>
      <p:sp>
        <p:nvSpPr>
          <p:cNvPr id="549" name="Text Placeholder 5"/>
          <p:cNvSpPr>
            <a:spLocks noGrp="1"/>
          </p:cNvSpPr>
          <p:nvPr>
            <p:ph type="body" idx="24"/>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Phase heading</a:t>
            </a:r>
          </a:p>
        </p:txBody>
      </p:sp>
      <p:sp>
        <p:nvSpPr>
          <p:cNvPr id="550" name="Text Placeholder 6"/>
          <p:cNvSpPr>
            <a:spLocks noGrp="1"/>
          </p:cNvSpPr>
          <p:nvPr>
            <p:ph type="body" idx="2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Lorem ipsum dolor sit amet, consectetur adipiscing elit, sed do eiusmod tempor incididunt ut labore et dolore magna aliqua. Ut enim ad minim veniam, quis nostrud. Sed mostrum audio bea vel modi ut lantibust adi ulpa pore con niae volupta tiaspiet explat repudigni incto.</a:t>
            </a:r>
          </a:p>
        </p:txBody>
      </p:sp>
      <p:pic>
        <p:nvPicPr>
          <p:cNvPr id="551" name="Picture Placeholder 7" descr="Picture Placeholder 7"/>
          <p:cNvPicPr>
            <a:picLocks noGrp="1" noChangeAspect="1"/>
          </p:cNvPicPr>
          <p:nvPr>
            <p:ph type="pic" idx="26"/>
          </p:nvPr>
        </p:nvPicPr>
        <p:blipFill>
          <a:blip r:embed="rId2"/>
          <a:stretch>
            <a:fillRect/>
          </a:stretch>
        </p:blipFill>
        <p:spPr>
          <a:prstGeom prst="rect">
            <a:avLst/>
          </a:prstGeom>
        </p:spPr>
      </p:pic>
      <p:pic>
        <p:nvPicPr>
          <p:cNvPr id="552" name="Picture Placeholder 8" descr="Picture Placeholder 8"/>
          <p:cNvPicPr>
            <a:picLocks noGrp="1" noChangeAspect="1"/>
          </p:cNvPicPr>
          <p:nvPr>
            <p:ph type="pic" idx="27"/>
          </p:nvPr>
        </p:nvPicPr>
        <p:blipFill>
          <a:blip r:embed="rId2"/>
          <a:stretch>
            <a:fillRect/>
          </a:stretch>
        </p:blipFill>
        <p:spPr>
          <a:prstGeom prst="rect">
            <a:avLst/>
          </a:prstGeom>
        </p:spPr>
      </p:pic>
      <p:pic>
        <p:nvPicPr>
          <p:cNvPr id="553" name="Picture Placeholder 9" descr="Picture Placeholder 9"/>
          <p:cNvPicPr>
            <a:picLocks noGrp="1" noChangeAspect="1"/>
          </p:cNvPicPr>
          <p:nvPr>
            <p:ph type="pic" idx="28"/>
          </p:nvPr>
        </p:nvPicPr>
        <p:blipFill>
          <a:blip r:embed="rId2"/>
          <a:stretch>
            <a:fillRect/>
          </a:stretch>
        </p:blipFill>
        <p:spPr>
          <a:prstGeom prst="rect">
            <a:avLst/>
          </a:prstGeom>
        </p:spPr>
      </p:pic>
      <p:sp>
        <p:nvSpPr>
          <p:cNvPr id="554" name="Text Placeholder 10"/>
          <p:cNvSpPr>
            <a:spLocks noGrp="1"/>
          </p:cNvSpPr>
          <p:nvPr>
            <p:ph type="body" idx="29"/>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heading</a:t>
            </a:r>
          </a:p>
        </p:txBody>
      </p:sp>
      <p:sp>
        <p:nvSpPr>
          <p:cNvPr id="555" name="Text Placeholder 11"/>
          <p:cNvSpPr>
            <a:spLocks noGrp="1"/>
          </p:cNvSpPr>
          <p:nvPr>
            <p:ph type="body" idx="30"/>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7" name="TextBox 27"/>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21</a:t>
            </a:fld>
            <a:endParaRPr/>
          </a:p>
        </p:txBody>
      </p:sp>
      <p:sp>
        <p:nvSpPr>
          <p:cNvPr id="558" name="Text Placeholder 1"/>
          <p:cNvSpPr txBox="1">
            <a:spLocks noGrp="1"/>
          </p:cNvSpPr>
          <p:nvPr>
            <p:ph type="body" sz="quarter" idx="1"/>
          </p:nvPr>
        </p:nvSpPr>
        <p:spPr>
          <a:xfrm>
            <a:off x="2392422" y="5791086"/>
            <a:ext cx="2682002" cy="439739"/>
          </a:xfrm>
          <a:prstGeom prst="rect">
            <a:avLst/>
          </a:prstGeom>
        </p:spPr>
        <p:txBody>
          <a:bodyPr>
            <a:normAutofit lnSpcReduction="10000"/>
          </a:bodyPr>
          <a:lstStyle/>
          <a:p>
            <a:r>
              <a:t>Phase heading</a:t>
            </a:r>
          </a:p>
        </p:txBody>
      </p:sp>
      <p:sp>
        <p:nvSpPr>
          <p:cNvPr id="559"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Lorem ipsum dolor sit amet, consectetur adipiscing elit, sed do eiusmod tempor incididunt ut labore et dolore magna aliqua. Ut enim ad minim veniam, quis.</a:t>
            </a:r>
          </a:p>
        </p:txBody>
      </p:sp>
      <p:sp>
        <p:nvSpPr>
          <p:cNvPr id="560" name="Text Placeholder 3"/>
          <p:cNvSpPr>
            <a:spLocks noGrp="1"/>
          </p:cNvSpPr>
          <p:nvPr>
            <p:ph type="body" idx="2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Phase heading</a:t>
            </a:r>
          </a:p>
        </p:txBody>
      </p:sp>
      <p:sp>
        <p:nvSpPr>
          <p:cNvPr id="561" name="Text Placeholder 4"/>
          <p:cNvSpPr>
            <a:spLocks noGrp="1"/>
          </p:cNvSpPr>
          <p:nvPr>
            <p:ph type="body" idx="23"/>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Lorem ipsum dolor sit amet, consectetur adipiscing elit, sed do eiusmod tempor incididunt ut labore et dolore magna aliqua. Ut enim ad minim veniam, quis.</a:t>
            </a:r>
          </a:p>
        </p:txBody>
      </p:sp>
      <p:sp>
        <p:nvSpPr>
          <p:cNvPr id="562" name="Text Placeholder 5"/>
          <p:cNvSpPr>
            <a:spLocks noGrp="1"/>
          </p:cNvSpPr>
          <p:nvPr>
            <p:ph type="body" idx="24"/>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Phase heading</a:t>
            </a:r>
          </a:p>
        </p:txBody>
      </p:sp>
      <p:sp>
        <p:nvSpPr>
          <p:cNvPr id="563" name="Text Placeholder 6"/>
          <p:cNvSpPr>
            <a:spLocks noGrp="1"/>
          </p:cNvSpPr>
          <p:nvPr>
            <p:ph type="body" idx="25"/>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Lorem ipsum dolor sit amet, consectetur adipiscing elit, sed do eiusmod tempor incididunt ut labore et dolore magna aliqua. Ut enim ad minim veniam, quis.</a:t>
            </a:r>
          </a:p>
        </p:txBody>
      </p:sp>
      <p:sp>
        <p:nvSpPr>
          <p:cNvPr id="564" name="Text Placeholder 7"/>
          <p:cNvSpPr>
            <a:spLocks noGrp="1"/>
          </p:cNvSpPr>
          <p:nvPr>
            <p:ph type="body" idx="26"/>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heading</a:t>
            </a:r>
          </a:p>
        </p:txBody>
      </p:sp>
      <p:sp>
        <p:nvSpPr>
          <p:cNvPr id="565" name="Text Placeholder 8"/>
          <p:cNvSpPr>
            <a:spLocks noGrp="1"/>
          </p:cNvSpPr>
          <p:nvPr>
            <p:ph type="body" idx="27"/>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Slide subhead</a:t>
            </a:r>
          </a:p>
        </p:txBody>
      </p:sp>
      <p:sp>
        <p:nvSpPr>
          <p:cNvPr id="566" name="Text Placeholder 9"/>
          <p:cNvSpPr>
            <a:spLocks noGrp="1"/>
          </p:cNvSpPr>
          <p:nvPr>
            <p:ph type="body" idx="28"/>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1</a:t>
            </a:r>
          </a:p>
        </p:txBody>
      </p:sp>
      <p:sp>
        <p:nvSpPr>
          <p:cNvPr id="567" name="Text Placeholder 10"/>
          <p:cNvSpPr>
            <a:spLocks noGrp="1"/>
          </p:cNvSpPr>
          <p:nvPr>
            <p:ph type="body" idx="29"/>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2</a:t>
            </a:r>
          </a:p>
        </p:txBody>
      </p:sp>
      <p:sp>
        <p:nvSpPr>
          <p:cNvPr id="568" name="Text Placeholder 11"/>
          <p:cNvSpPr>
            <a:spLocks noGrp="1"/>
          </p:cNvSpPr>
          <p:nvPr>
            <p:ph type="body" idx="30"/>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lnSpcReduction="10000"/>
          </a:bodyPr>
          <a:lstStyle/>
          <a:p>
            <a:r>
              <a:t>3</a:t>
            </a:r>
          </a:p>
        </p:txBody>
      </p:sp>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 name="TextBox 9"/>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22</a:t>
            </a:fld>
            <a:endParaRPr/>
          </a:p>
        </p:txBody>
      </p:sp>
      <p:sp>
        <p:nvSpPr>
          <p:cNvPr id="571" name="Text Placeholder 1"/>
          <p:cNvSpPr txBox="1">
            <a:spLocks noGrp="1"/>
          </p:cNvSpPr>
          <p:nvPr>
            <p:ph type="body" sz="half" idx="1"/>
          </p:nvPr>
        </p:nvSpPr>
        <p:spPr>
          <a:xfrm>
            <a:off x="364014" y="365126"/>
            <a:ext cx="11175497" cy="5025437"/>
          </a:xfrm>
          <a:prstGeom prst="rect">
            <a:avLst/>
          </a:prstGeom>
        </p:spPr>
        <p:txBody>
          <a:bodyPr/>
          <a:lstStyle/>
          <a:p>
            <a:r>
              <a:t>Mos dulupient. Endelis quatecae occabo. Ut hillorpos essit voloratur? Quiberio totam ressita epudigendi te il ium quas disquis sapieni ssitibus rate molorion eum ullam re.</a:t>
            </a:r>
          </a:p>
        </p:txBody>
      </p:sp>
      <p:sp>
        <p:nvSpPr>
          <p:cNvPr id="572"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FirstName</a:t>
            </a:r>
          </a:p>
          <a:p>
            <a:r>
              <a:t>LastName Position</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TextBox 8"/>
          <p:cNvSpPr txBox="1">
            <a:spLocks noGrp="1"/>
          </p:cNvSpPr>
          <p:nvPr>
            <p:ph type="sldNum" sz="quarter" idx="2"/>
          </p:nvPr>
        </p:nvSpPr>
        <p:spPr>
          <a:xfrm>
            <a:off x="17669577" y="9682298"/>
            <a:ext cx="169106" cy="18200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23</a:t>
            </a:fld>
            <a:endParaRPr/>
          </a:p>
        </p:txBody>
      </p:sp>
      <p:sp>
        <p:nvSpPr>
          <p:cNvPr id="575" name="Text Placeholder 1"/>
          <p:cNvSpPr txBox="1">
            <a:spLocks noGrp="1"/>
          </p:cNvSpPr>
          <p:nvPr>
            <p:ph type="body" sz="half" idx="1"/>
          </p:nvPr>
        </p:nvSpPr>
        <p:spPr>
          <a:xfrm>
            <a:off x="364014" y="365126"/>
            <a:ext cx="11175497" cy="5025437"/>
          </a:xfrm>
          <a:prstGeom prst="rect">
            <a:avLst/>
          </a:prstGeom>
        </p:spPr>
        <p:txBody>
          <a:bodyPr/>
          <a:lstStyle/>
          <a:p>
            <a:r>
              <a:t>Mos dulupient. Endelis quatecae occabo. Ut hillorpos essit voloratur? Quiberio totam ressita epudigendi te il ium quas disquis </a:t>
            </a:r>
            <a:r>
              <a:rPr>
                <a:solidFill>
                  <a:srgbClr val="E00600"/>
                </a:solidFill>
              </a:rPr>
              <a:t>sapieni ssitibus rate molorion eum ullam re.</a:t>
            </a:r>
          </a:p>
        </p:txBody>
      </p:sp>
      <p:sp>
        <p:nvSpPr>
          <p:cNvPr id="576" name="Text Placeholder 2"/>
          <p:cNvSpPr>
            <a:spLocks noGrp="1"/>
          </p:cNvSpPr>
          <p:nvPr>
            <p:ph type="body" idx="21"/>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t>FirstName</a:t>
            </a:r>
          </a:p>
          <a:p>
            <a:r>
              <a:t>LastName Position</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Text Placeholder 1"/>
          <p:cNvSpPr txBox="1">
            <a:spLocks noGrp="1"/>
          </p:cNvSpPr>
          <p:nvPr>
            <p:ph type="body" sz="quarter" idx="1"/>
          </p:nvPr>
        </p:nvSpPr>
        <p:spPr>
          <a:xfrm>
            <a:off x="13112452" y="4891158"/>
            <a:ext cx="3751263" cy="1100138"/>
          </a:xfrm>
          <a:prstGeom prst="rect">
            <a:avLst/>
          </a:prstGeom>
        </p:spPr>
        <p:txBody>
          <a:bodyPr/>
          <a:lstStyle/>
          <a:p>
            <a:r>
              <a:t>Thank you</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Text Placeholder 1"/>
          <p:cNvSpPr txBox="1">
            <a:spLocks noGrp="1"/>
          </p:cNvSpPr>
          <p:nvPr>
            <p:ph type="body" sz="quarter" idx="1"/>
          </p:nvPr>
        </p:nvSpPr>
        <p:spPr>
          <a:xfrm>
            <a:off x="13112452" y="4891158"/>
            <a:ext cx="3751263" cy="1100138"/>
          </a:xfrm>
          <a:prstGeom prst="rect">
            <a:avLst/>
          </a:prstGeom>
        </p:spPr>
        <p:txBody>
          <a:bodyPr/>
          <a:lstStyle/>
          <a:p>
            <a:r>
              <a:t>Thank you</a:t>
            </a:r>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Text Placeholder 1"/>
          <p:cNvSpPr txBox="1">
            <a:spLocks noGrp="1"/>
          </p:cNvSpPr>
          <p:nvPr>
            <p:ph type="body" sz="quarter" idx="1"/>
          </p:nvPr>
        </p:nvSpPr>
        <p:spPr>
          <a:xfrm>
            <a:off x="13112452" y="4891158"/>
            <a:ext cx="3751263" cy="1100138"/>
          </a:xfrm>
          <a:prstGeom prst="rect">
            <a:avLst/>
          </a:prstGeom>
        </p:spPr>
        <p:txBody>
          <a:bodyPr/>
          <a:lstStyle/>
          <a:p>
            <a:r>
              <a:t>Thank you</a:t>
            </a:r>
          </a:p>
        </p:txBody>
      </p:sp>
    </p:spTree>
  </p:cSld>
  <p:clrMapOvr>
    <a:masterClrMapping/>
  </p:clrMapOvr>
  <p:transition spd="med"/>
</p:sld>
</file>

<file path=ppt/theme/theme1.xml><?xml version="1.0" encoding="utf-8"?>
<a:theme xmlns:a="http://schemas.openxmlformats.org/drawingml/2006/main" name="Office Theme">
  <a:themeElements>
    <a:clrScheme name="e&amp; color pallette">
      <a:dk1>
        <a:srgbClr val="191329"/>
      </a:dk1>
      <a:lt1>
        <a:srgbClr val="FFFFFF"/>
      </a:lt1>
      <a:dk2>
        <a:srgbClr val="181F4B"/>
      </a:dk2>
      <a:lt2>
        <a:srgbClr val="FFFFFE"/>
      </a:lt2>
      <a:accent1>
        <a:srgbClr val="E00700"/>
      </a:accent1>
      <a:accent2>
        <a:srgbClr val="181F4B"/>
      </a:accent2>
      <a:accent3>
        <a:srgbClr val="71706F"/>
      </a:accent3>
      <a:accent4>
        <a:srgbClr val="9C9B99"/>
      </a:accent4>
      <a:accent5>
        <a:srgbClr val="801C0A"/>
      </a:accent5>
      <a:accent6>
        <a:srgbClr val="D08B85"/>
      </a:accent6>
      <a:hlink>
        <a:srgbClr val="44BD66"/>
      </a:hlink>
      <a:folHlink>
        <a:srgbClr val="DF0700"/>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E00700"/>
      </a:accent1>
      <a:accent2>
        <a:srgbClr val="181F4B"/>
      </a:accent2>
      <a:accent3>
        <a:srgbClr val="71706F"/>
      </a:accent3>
      <a:accent4>
        <a:srgbClr val="9C9B99"/>
      </a:accent4>
      <a:accent5>
        <a:srgbClr val="801C0A"/>
      </a:accent5>
      <a:accent6>
        <a:srgbClr val="D08B85"/>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191329"/>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9ef40b4-1aaf-474d-af53-a8cb6552cfd8">
      <Terms xmlns="http://schemas.microsoft.com/office/infopath/2007/PartnerControls"/>
    </lcf76f155ced4ddcb4097134ff3c332f>
    <TaxCatchAll xmlns="d4812cec-872a-434c-8ae2-ec401270dad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A2EB5093158224EBAEEB120C79AC7AC" ma:contentTypeVersion="11" ma:contentTypeDescription="Create a new document." ma:contentTypeScope="" ma:versionID="3d2bd663ef011103b3c179a090ee8b07">
  <xsd:schema xmlns:xsd="http://www.w3.org/2001/XMLSchema" xmlns:xs="http://www.w3.org/2001/XMLSchema" xmlns:p="http://schemas.microsoft.com/office/2006/metadata/properties" xmlns:ns2="69ef40b4-1aaf-474d-af53-a8cb6552cfd8" xmlns:ns3="d4812cec-872a-434c-8ae2-ec401270dad8" targetNamespace="http://schemas.microsoft.com/office/2006/metadata/properties" ma:root="true" ma:fieldsID="c4058870aa25f9a8cf36987e7715dc5c" ns2:_="" ns3:_="">
    <xsd:import namespace="69ef40b4-1aaf-474d-af53-a8cb6552cfd8"/>
    <xsd:import namespace="d4812cec-872a-434c-8ae2-ec401270dad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9ef40b4-1aaf-474d-af53-a8cb6552c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65b3599b-372c-45d5-aa3e-640b3629076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d4812cec-872a-434c-8ae2-ec401270dad8"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d3e57433-cf4c-442f-9626-0c4f911e8db5}" ma:internalName="TaxCatchAll" ma:showField="CatchAllData" ma:web="d4812cec-872a-434c-8ae2-ec401270dad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3B5631F-B3B6-4FA2-9264-7EE4833D0A93}">
  <ds:schemaRefs>
    <ds:schemaRef ds:uri="http://schemas.microsoft.com/office/2006/documentManagement/types"/>
    <ds:schemaRef ds:uri="http://schemas.microsoft.com/office/2006/metadata/properties"/>
    <ds:schemaRef ds:uri="http://www.w3.org/XML/1998/namespace"/>
    <ds:schemaRef ds:uri="http://schemas.openxmlformats.org/package/2006/metadata/core-properties"/>
    <ds:schemaRef ds:uri="http://purl.org/dc/dcmitype/"/>
    <ds:schemaRef ds:uri="d4812cec-872a-434c-8ae2-ec401270dad8"/>
    <ds:schemaRef ds:uri="69ef40b4-1aaf-474d-af53-a8cb6552cfd8"/>
    <ds:schemaRef ds:uri="http://purl.org/dc/terms/"/>
    <ds:schemaRef ds:uri="http://purl.org/dc/elements/1.1/"/>
    <ds:schemaRef ds:uri="http://schemas.microsoft.com/office/infopath/2007/PartnerControls"/>
  </ds:schemaRefs>
</ds:datastoreItem>
</file>

<file path=customXml/itemProps2.xml><?xml version="1.0" encoding="utf-8"?>
<ds:datastoreItem xmlns:ds="http://schemas.openxmlformats.org/officeDocument/2006/customXml" ds:itemID="{7C8FDFB0-197B-4C1B-95C5-7E924BF247CE}">
  <ds:schemaRefs>
    <ds:schemaRef ds:uri="http://schemas.microsoft.com/sharepoint/v3/contenttype/forms"/>
  </ds:schemaRefs>
</ds:datastoreItem>
</file>

<file path=customXml/itemProps3.xml><?xml version="1.0" encoding="utf-8"?>
<ds:datastoreItem xmlns:ds="http://schemas.openxmlformats.org/officeDocument/2006/customXml" ds:itemID="{B7452F8F-45F9-4F6D-A6F2-77D51E6960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9ef40b4-1aaf-474d-af53-a8cb6552cfd8"/>
    <ds:schemaRef ds:uri="d4812cec-872a-434c-8ae2-ec401270dad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0</TotalTime>
  <Words>2180</Words>
  <Application>Microsoft Office PowerPoint</Application>
  <PresentationFormat>Custom</PresentationFormat>
  <Paragraphs>124</Paragraphs>
  <Slides>26</Slides>
  <Notes>0</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Nour Chatila</dc:creator>
  <cp:lastModifiedBy>Nour Chatila</cp:lastModifiedBy>
  <cp:revision>47</cp:revision>
  <dcterms:modified xsi:type="dcterms:W3CDTF">2026-01-20T13:42:08Z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0x010100DA2EB5093158224EBAEEB120C79AC7AC</vt:lpwstr>
  </property>
  <property fmtid="{D5CDD505-2E9C-101B-9397-08002B2CF9AE}" pid="3" name="MediaServiceImageTags">
    <vt:lpwstr/>
  </property>
  <property fmtid="{D5CDD505-2E9C-101B-9397-08002B2CF9AE}" pid="4" name="MSIP_Label_bcded560-9163-473e-8e7b-b8356895f85a_Enabled">
    <vt:lpwstr>true</vt:lpwstr>
  </property>
  <property fmtid="{D5CDD505-2E9C-101B-9397-08002B2CF9AE}" pid="5" name="MSIP_Label_bcded560-9163-473e-8e7b-b8356895f85a_SetDate">
    <vt:lpwstr>2025-01-27T08:18:50Z</vt:lpwstr>
  </property>
  <property fmtid="{D5CDD505-2E9C-101B-9397-08002B2CF9AE}" pid="6" name="MSIP_Label_bcded560-9163-473e-8e7b-b8356895f85a_Method">
    <vt:lpwstr>Standard</vt:lpwstr>
  </property>
  <property fmtid="{D5CDD505-2E9C-101B-9397-08002B2CF9AE}" pid="7" name="MSIP_Label_bcded560-9163-473e-8e7b-b8356895f85a_Name">
    <vt:lpwstr>Confidential</vt:lpwstr>
  </property>
  <property fmtid="{D5CDD505-2E9C-101B-9397-08002B2CF9AE}" pid="8" name="MSIP_Label_bcded560-9163-473e-8e7b-b8356895f85a_SiteId">
    <vt:lpwstr>956d0a5b-65df-40ee-b210-145b0e79eac8</vt:lpwstr>
  </property>
  <property fmtid="{D5CDD505-2E9C-101B-9397-08002B2CF9AE}" pid="9" name="MSIP_Label_bcded560-9163-473e-8e7b-b8356895f85a_ActionId">
    <vt:lpwstr>4ff509c0-22ff-4ce1-9ff7-437593b43340</vt:lpwstr>
  </property>
  <property fmtid="{D5CDD505-2E9C-101B-9397-08002B2CF9AE}" pid="10" name="MSIP_Label_bcded560-9163-473e-8e7b-b8356895f85a_ContentBits">
    <vt:lpwstr>2</vt:lpwstr>
  </property>
</Properties>
</file>