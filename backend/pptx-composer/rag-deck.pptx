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Understanding Retrieval-Augmented Generation (RAG) for Software Engineers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Grounding large language models with external knowledge for accurate, current, and enterprise-ready AI applications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5236" y="28117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" y="28117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User Query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99716" y="313182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74036" y="28117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4036" y="28117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Retriever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28516" y="313182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02836" y="28117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2836" y="28117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Knowledge Base / Vector Store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57316" y="313182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31636" y="28117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1636" y="28117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Prompt Augmentation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86116" y="313182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60436" y="28117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60436" y="28117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LLM Generation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14916" y="313182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89236" y="28117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89236" y="28117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Grounded Response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343400"/>
            <a:ext cx="1127455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Topics covered: limitations of standalone LLMs, RAG architecture, retrieval workflow, implementation tradeoffs, operational practices, and emerging trends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Standalone LLMs vs. RAG-Enabled Systems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237744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Capability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Standalone LLM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RAG-Enabled System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Knowledge Freshness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Limited to training cutoff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Accesses current indexed data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Factual Accuracy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Prone to hallucinations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Grounded in retrieved sources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Domain Expertise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Weak on proprietary knowledge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Uses enterprise-specific content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Explainability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Limited traceability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Can cite retrieved context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Operational Updates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Requires retraining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Refresh via indexing pipelines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023360"/>
            <a:ext cx="11274552" cy="2377440"/>
          </a:xfrm>
          <a:prstGeom prst="roundRect">
            <a:avLst>
              <a:gd name="adj" fmla="val 3077"/>
            </a:avLst>
          </a:prstGeom>
          <a:solidFill>
            <a:srgbClr val="FFF4E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" y="4023360"/>
            <a:ext cx="1100023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A4A14"/>
                </a:solidFill>
              </a:rPr>
              <a:t>RAG separates knowledge retrieval from model training, enabling dynamic and explainable AI responses.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39796" y="134874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4951476" y="134874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6963156" y="134874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237476" y="1348740"/>
            <a:ext cx="-374904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939796" y="244602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02436" y="93726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2436" y="9372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Data Sources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Documents, Wikis, APIs, Databases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4116" y="93726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4116" y="9372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Ingestion Pipeline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Parsing, Chunking, Metadata enrichment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25796" y="93726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25796" y="9372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Embedding Model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Vector generation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37476" y="93726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7476" y="9372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Vector Database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Indexed embeddings, Metadata storage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49156" y="93726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49156" y="9372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Retriever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Similarity search, Filtering, Ranking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02436" y="203454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2436" y="20345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Prompt Orchestrator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Context assembly, Prompt templates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14116" y="203454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4116" y="20345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LLM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Grounded response generation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11274552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The architecture is modular, allowing independent optimization of retrieval, storage, orchestration, and generation layers.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11274552" cy="185928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RAG Capability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Engineering Benefit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Business Outcome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Grounded retrieval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Higher factual accuracy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Increased trust in AI systems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Live knowledge access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Current information availability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Faster operational updates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Domain-specific context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Enterprise relevance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Better decision support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4128516" y="3108960"/>
            <a:ext cx="640080" cy="640080"/>
          </a:xfrm>
          <a:prstGeom prst="ellipse">
            <a:avLst/>
          </a:prstGeom>
          <a:solidFill>
            <a:srgbClr val="E7EE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54196" y="3794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accuracy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951476" y="3108960"/>
            <a:ext cx="640080" cy="640080"/>
          </a:xfrm>
          <a:prstGeom prst="ellipse">
            <a:avLst/>
          </a:prstGeom>
          <a:solidFill>
            <a:srgbClr val="E7EE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77156" y="3794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database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774436" y="3108960"/>
            <a:ext cx="640080" cy="640080"/>
          </a:xfrm>
          <a:prstGeom prst="ellipse">
            <a:avLst/>
          </a:prstGeom>
          <a:solidFill>
            <a:srgbClr val="E7EE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00116" y="3794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shield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97396" y="3108960"/>
            <a:ext cx="640080" cy="640080"/>
          </a:xfrm>
          <a:prstGeom prst="ellipse">
            <a:avLst/>
          </a:prstGeom>
          <a:solidFill>
            <a:srgbClr val="E7EE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23076" y="3794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search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420356" y="3108960"/>
            <a:ext cx="640080" cy="640080"/>
          </a:xfrm>
          <a:prstGeom prst="ellipse">
            <a:avLst/>
          </a:prstGeom>
          <a:solidFill>
            <a:srgbClr val="E7EE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46036" y="3794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analytics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" y="4541520"/>
            <a:ext cx="11274552" cy="1859280"/>
          </a:xfrm>
          <a:prstGeom prst="roundRect">
            <a:avLst>
              <a:gd name="adj" fmla="val 3934"/>
            </a:avLst>
          </a:prstGeom>
          <a:solidFill>
            <a:srgbClr val="FFF4E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541520"/>
            <a:ext cx="11000232" cy="185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A4A14"/>
                </a:solidFill>
              </a:rPr>
              <a:t>RAG enables AI systems to act more like knowledge-aware assistants than static pretrained models.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05784" cy="2857500"/>
          </a:xfrm>
          <a:prstGeom prst="roundRect">
            <a:avLst>
              <a:gd name="adj" fmla="val 1920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3605784" cy="285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Enterprise Search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Internal knowledge retrieval across documents and wikis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291584" y="457200"/>
            <a:ext cx="3605784" cy="2857500"/>
          </a:xfrm>
          <a:prstGeom prst="roundRect">
            <a:avLst>
              <a:gd name="adj" fmla="val 1920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1584" y="457200"/>
            <a:ext cx="3605784" cy="285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Customer Support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Grounded chatbot responses using support articles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125968" y="457200"/>
            <a:ext cx="3605784" cy="2857500"/>
          </a:xfrm>
          <a:prstGeom prst="roundRect">
            <a:avLst>
              <a:gd name="adj" fmla="val 1920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5968" y="457200"/>
            <a:ext cx="3605784" cy="285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Developer Copilots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Codebase-aware assistance and documentation lookup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543300"/>
            <a:ext cx="3605784" cy="2857500"/>
          </a:xfrm>
          <a:prstGeom prst="roundRect">
            <a:avLst>
              <a:gd name="adj" fmla="val 1920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43300"/>
            <a:ext cx="3605784" cy="285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Healthcare Knowledge Access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Retrieval of clinical guidance and medical references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1584" y="3543300"/>
            <a:ext cx="3605784" cy="2857500"/>
          </a:xfrm>
          <a:prstGeom prst="roundRect">
            <a:avLst>
              <a:gd name="adj" fmla="val 1920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1584" y="3543300"/>
            <a:ext cx="3605784" cy="285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Compliance Workflows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Policy-aware question answering and audit support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5968" y="3543300"/>
            <a:ext cx="3605784" cy="2857500"/>
          </a:xfrm>
          <a:prstGeom prst="roundRect">
            <a:avLst>
              <a:gd name="adj" fmla="val 1920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5968" y="3543300"/>
            <a:ext cx="3605784" cy="285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Legal Research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Case and regulation retrieval for legal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2026-07-30T08:26:21Z</dcterms:created>
  <dcterms:modified xsi:type="dcterms:W3CDTF">2026-07-30T08:26:21Z</dcterms:modified>
</cp:coreProperties>
</file>