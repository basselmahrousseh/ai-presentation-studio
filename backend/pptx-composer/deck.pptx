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each stage transforms the presentation before the composition worker creates the editable 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AI Presentation Studio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74552" cy="2308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A user prompt is converted into a DeckBrief, then a DeckPlan, followed by SlideSpecs before composing the final PPTX.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14116" y="510921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42916" y="510921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71716" y="510921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00516" y="510921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59636" y="478917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9636" y="478917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88436" y="478917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8436" y="478917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DeckBrief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17236" y="478917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7236" y="478917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DeckPlan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46036" y="478917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6036" y="478917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SlideSpecs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4836" y="478917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4836" y="478917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PPTX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Source: Internal AI Presentation Studio Design Specification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2026-07-30T08:13:25Z</dcterms:created>
  <dcterms:modified xsi:type="dcterms:W3CDTF">2026-07-30T08:13:25Z</dcterms:modified>
</cp:coreProperties>
</file>